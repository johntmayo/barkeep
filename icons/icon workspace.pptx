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9" autoAdjust="0"/>
    <p:restoredTop sz="94660"/>
  </p:normalViewPr>
  <p:slideViewPr>
    <p:cSldViewPr snapToGrid="0">
      <p:cViewPr>
        <p:scale>
          <a:sx n="75" d="100"/>
          <a:sy n="75" d="100"/>
        </p:scale>
        <p:origin x="3525" y="-5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8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24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9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2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6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3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1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A76B0-1AEE-4CAB-9E0D-CBF89B8634EB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8302C-C287-49B7-943D-10D819F5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6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7B907E-B426-104B-5554-7E762C9D06A4}"/>
              </a:ext>
            </a:extLst>
          </p:cNvPr>
          <p:cNvSpPr/>
          <p:nvPr/>
        </p:nvSpPr>
        <p:spPr>
          <a:xfrm>
            <a:off x="4269347" y="5229695"/>
            <a:ext cx="698108" cy="833102"/>
          </a:xfrm>
          <a:custGeom>
            <a:avLst/>
            <a:gdLst>
              <a:gd name="csX0" fmla="*/ 0 w 698108"/>
              <a:gd name="csY0" fmla="*/ 0 h 833102"/>
              <a:gd name="csX1" fmla="*/ 698108 w 698108"/>
              <a:gd name="csY1" fmla="*/ 0 h 833102"/>
              <a:gd name="csX2" fmla="*/ 698108 w 698108"/>
              <a:gd name="csY2" fmla="*/ 424882 h 833102"/>
              <a:gd name="csX3" fmla="*/ 698108 w 698108"/>
              <a:gd name="csY3" fmla="*/ 833102 h 833102"/>
              <a:gd name="csX4" fmla="*/ 0 w 698108"/>
              <a:gd name="csY4" fmla="*/ 833102 h 833102"/>
              <a:gd name="csX5" fmla="*/ 0 w 698108"/>
              <a:gd name="csY5" fmla="*/ 416551 h 833102"/>
              <a:gd name="csX6" fmla="*/ 0 w 698108"/>
              <a:gd name="csY6" fmla="*/ 0 h 833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8108" h="833102" fill="none" extrusionOk="0">
                <a:moveTo>
                  <a:pt x="0" y="0"/>
                </a:moveTo>
                <a:cubicBezTo>
                  <a:pt x="202731" y="10479"/>
                  <a:pt x="475032" y="-27622"/>
                  <a:pt x="698108" y="0"/>
                </a:cubicBezTo>
                <a:cubicBezTo>
                  <a:pt x="695909" y="128635"/>
                  <a:pt x="685014" y="310709"/>
                  <a:pt x="698108" y="424882"/>
                </a:cubicBezTo>
                <a:cubicBezTo>
                  <a:pt x="711202" y="539055"/>
                  <a:pt x="698494" y="633453"/>
                  <a:pt x="698108" y="833102"/>
                </a:cubicBezTo>
                <a:cubicBezTo>
                  <a:pt x="504640" y="867799"/>
                  <a:pt x="273818" y="863380"/>
                  <a:pt x="0" y="833102"/>
                </a:cubicBezTo>
                <a:cubicBezTo>
                  <a:pt x="-3338" y="686020"/>
                  <a:pt x="9505" y="549997"/>
                  <a:pt x="0" y="416551"/>
                </a:cubicBezTo>
                <a:cubicBezTo>
                  <a:pt x="-9505" y="283105"/>
                  <a:pt x="7425" y="199120"/>
                  <a:pt x="0" y="0"/>
                </a:cubicBezTo>
                <a:close/>
              </a:path>
              <a:path w="698108" h="833102" stroke="0" extrusionOk="0">
                <a:moveTo>
                  <a:pt x="0" y="0"/>
                </a:moveTo>
                <a:cubicBezTo>
                  <a:pt x="233910" y="-14660"/>
                  <a:pt x="392738" y="-3402"/>
                  <a:pt x="698108" y="0"/>
                </a:cubicBezTo>
                <a:cubicBezTo>
                  <a:pt x="698286" y="148722"/>
                  <a:pt x="700384" y="288308"/>
                  <a:pt x="698108" y="399889"/>
                </a:cubicBezTo>
                <a:cubicBezTo>
                  <a:pt x="695832" y="511470"/>
                  <a:pt x="695088" y="717154"/>
                  <a:pt x="698108" y="833102"/>
                </a:cubicBezTo>
                <a:cubicBezTo>
                  <a:pt x="533326" y="862774"/>
                  <a:pt x="329312" y="834966"/>
                  <a:pt x="0" y="833102"/>
                </a:cubicBezTo>
                <a:cubicBezTo>
                  <a:pt x="11402" y="620096"/>
                  <a:pt x="-5519" y="537698"/>
                  <a:pt x="0" y="399889"/>
                </a:cubicBezTo>
                <a:cubicBezTo>
                  <a:pt x="5519" y="262080"/>
                  <a:pt x="-4872" y="14167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8163696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14C9F-CFCF-8C1F-A97D-8A7815CCA48B}"/>
              </a:ext>
            </a:extLst>
          </p:cNvPr>
          <p:cNvSpPr/>
          <p:nvPr/>
        </p:nvSpPr>
        <p:spPr>
          <a:xfrm>
            <a:off x="4355072" y="5315420"/>
            <a:ext cx="698108" cy="833102"/>
          </a:xfrm>
          <a:custGeom>
            <a:avLst/>
            <a:gdLst>
              <a:gd name="csX0" fmla="*/ 0 w 698108"/>
              <a:gd name="csY0" fmla="*/ 0 h 833102"/>
              <a:gd name="csX1" fmla="*/ 698108 w 698108"/>
              <a:gd name="csY1" fmla="*/ 0 h 833102"/>
              <a:gd name="csX2" fmla="*/ 698108 w 698108"/>
              <a:gd name="csY2" fmla="*/ 433213 h 833102"/>
              <a:gd name="csX3" fmla="*/ 698108 w 698108"/>
              <a:gd name="csY3" fmla="*/ 833102 h 833102"/>
              <a:gd name="csX4" fmla="*/ 0 w 698108"/>
              <a:gd name="csY4" fmla="*/ 833102 h 833102"/>
              <a:gd name="csX5" fmla="*/ 0 w 698108"/>
              <a:gd name="csY5" fmla="*/ 416551 h 833102"/>
              <a:gd name="csX6" fmla="*/ 0 w 698108"/>
              <a:gd name="csY6" fmla="*/ 0 h 833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8108" h="833102" fill="none" extrusionOk="0">
                <a:moveTo>
                  <a:pt x="0" y="0"/>
                </a:moveTo>
                <a:cubicBezTo>
                  <a:pt x="250732" y="-19793"/>
                  <a:pt x="356353" y="-27951"/>
                  <a:pt x="698108" y="0"/>
                </a:cubicBezTo>
                <a:cubicBezTo>
                  <a:pt x="716497" y="89941"/>
                  <a:pt x="717961" y="298195"/>
                  <a:pt x="698108" y="433213"/>
                </a:cubicBezTo>
                <a:cubicBezTo>
                  <a:pt x="678255" y="568231"/>
                  <a:pt x="709444" y="667611"/>
                  <a:pt x="698108" y="833102"/>
                </a:cubicBezTo>
                <a:cubicBezTo>
                  <a:pt x="510182" y="838352"/>
                  <a:pt x="156727" y="808934"/>
                  <a:pt x="0" y="833102"/>
                </a:cubicBezTo>
                <a:cubicBezTo>
                  <a:pt x="7961" y="718932"/>
                  <a:pt x="5026" y="559502"/>
                  <a:pt x="0" y="416551"/>
                </a:cubicBezTo>
                <a:cubicBezTo>
                  <a:pt x="-5026" y="273600"/>
                  <a:pt x="13269" y="193456"/>
                  <a:pt x="0" y="0"/>
                </a:cubicBezTo>
                <a:close/>
              </a:path>
              <a:path w="698108" h="833102" stroke="0" extrusionOk="0">
                <a:moveTo>
                  <a:pt x="0" y="0"/>
                </a:moveTo>
                <a:cubicBezTo>
                  <a:pt x="340503" y="-11899"/>
                  <a:pt x="457324" y="32456"/>
                  <a:pt x="698108" y="0"/>
                </a:cubicBezTo>
                <a:cubicBezTo>
                  <a:pt x="694692" y="132737"/>
                  <a:pt x="684858" y="231074"/>
                  <a:pt x="698108" y="416551"/>
                </a:cubicBezTo>
                <a:cubicBezTo>
                  <a:pt x="711358" y="602028"/>
                  <a:pt x="698482" y="647539"/>
                  <a:pt x="698108" y="833102"/>
                </a:cubicBezTo>
                <a:cubicBezTo>
                  <a:pt x="459191" y="864598"/>
                  <a:pt x="201639" y="854608"/>
                  <a:pt x="0" y="833102"/>
                </a:cubicBezTo>
                <a:cubicBezTo>
                  <a:pt x="12015" y="688889"/>
                  <a:pt x="6414" y="567872"/>
                  <a:pt x="0" y="433213"/>
                </a:cubicBezTo>
                <a:cubicBezTo>
                  <a:pt x="-6414" y="298554"/>
                  <a:pt x="-4007" y="99694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971052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B347A-078A-B1D8-18CD-8916C9D143E3}"/>
              </a:ext>
            </a:extLst>
          </p:cNvPr>
          <p:cNvSpPr/>
          <p:nvPr/>
        </p:nvSpPr>
        <p:spPr>
          <a:xfrm>
            <a:off x="4440797" y="5401145"/>
            <a:ext cx="698108" cy="833102"/>
          </a:xfrm>
          <a:custGeom>
            <a:avLst/>
            <a:gdLst>
              <a:gd name="csX0" fmla="*/ 0 w 698108"/>
              <a:gd name="csY0" fmla="*/ 0 h 833102"/>
              <a:gd name="csX1" fmla="*/ 698108 w 698108"/>
              <a:gd name="csY1" fmla="*/ 0 h 833102"/>
              <a:gd name="csX2" fmla="*/ 698108 w 698108"/>
              <a:gd name="csY2" fmla="*/ 416551 h 833102"/>
              <a:gd name="csX3" fmla="*/ 698108 w 698108"/>
              <a:gd name="csY3" fmla="*/ 833102 h 833102"/>
              <a:gd name="csX4" fmla="*/ 0 w 698108"/>
              <a:gd name="csY4" fmla="*/ 833102 h 833102"/>
              <a:gd name="csX5" fmla="*/ 0 w 698108"/>
              <a:gd name="csY5" fmla="*/ 399889 h 833102"/>
              <a:gd name="csX6" fmla="*/ 0 w 698108"/>
              <a:gd name="csY6" fmla="*/ 0 h 833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8108" h="833102" fill="none" extrusionOk="0">
                <a:moveTo>
                  <a:pt x="0" y="0"/>
                </a:moveTo>
                <a:cubicBezTo>
                  <a:pt x="307324" y="-13676"/>
                  <a:pt x="427269" y="-26198"/>
                  <a:pt x="698108" y="0"/>
                </a:cubicBezTo>
                <a:cubicBezTo>
                  <a:pt x="715296" y="206628"/>
                  <a:pt x="706768" y="283413"/>
                  <a:pt x="698108" y="416551"/>
                </a:cubicBezTo>
                <a:cubicBezTo>
                  <a:pt x="689448" y="549689"/>
                  <a:pt x="700911" y="720375"/>
                  <a:pt x="698108" y="833102"/>
                </a:cubicBezTo>
                <a:cubicBezTo>
                  <a:pt x="364779" y="804363"/>
                  <a:pt x="302642" y="805082"/>
                  <a:pt x="0" y="833102"/>
                </a:cubicBezTo>
                <a:cubicBezTo>
                  <a:pt x="4077" y="676051"/>
                  <a:pt x="-17107" y="607700"/>
                  <a:pt x="0" y="399889"/>
                </a:cubicBezTo>
                <a:cubicBezTo>
                  <a:pt x="17107" y="192078"/>
                  <a:pt x="8409" y="83801"/>
                  <a:pt x="0" y="0"/>
                </a:cubicBezTo>
                <a:close/>
              </a:path>
              <a:path w="698108" h="833102" stroke="0" extrusionOk="0">
                <a:moveTo>
                  <a:pt x="0" y="0"/>
                </a:moveTo>
                <a:cubicBezTo>
                  <a:pt x="190011" y="13842"/>
                  <a:pt x="441488" y="-6703"/>
                  <a:pt x="698108" y="0"/>
                </a:cubicBezTo>
                <a:cubicBezTo>
                  <a:pt x="718370" y="135614"/>
                  <a:pt x="718633" y="235065"/>
                  <a:pt x="698108" y="433213"/>
                </a:cubicBezTo>
                <a:cubicBezTo>
                  <a:pt x="677583" y="631361"/>
                  <a:pt x="715651" y="670882"/>
                  <a:pt x="698108" y="833102"/>
                </a:cubicBezTo>
                <a:cubicBezTo>
                  <a:pt x="491978" y="830909"/>
                  <a:pt x="270322" y="825760"/>
                  <a:pt x="0" y="833102"/>
                </a:cubicBezTo>
                <a:cubicBezTo>
                  <a:pt x="1474" y="695849"/>
                  <a:pt x="15485" y="513747"/>
                  <a:pt x="0" y="399889"/>
                </a:cubicBezTo>
                <a:cubicBezTo>
                  <a:pt x="-15485" y="286031"/>
                  <a:pt x="-15052" y="13286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957221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1026" name="Picture 2" descr="book icon">
            <a:extLst>
              <a:ext uri="{FF2B5EF4-FFF2-40B4-BE49-F238E27FC236}">
                <a16:creationId xmlns:a16="http://schemas.microsoft.com/office/drawing/2014/main" id="{E090B038-92EE-93C3-7E86-E619ED4F1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48" y="5127066"/>
            <a:ext cx="1021456" cy="1021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 icon">
            <a:extLst>
              <a:ext uri="{FF2B5EF4-FFF2-40B4-BE49-F238E27FC236}">
                <a16:creationId xmlns:a16="http://schemas.microsoft.com/office/drawing/2014/main" id="{3534FC0B-F77A-8C7F-3346-C72CBDD7D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7244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ok icon">
            <a:extLst>
              <a:ext uri="{FF2B5EF4-FFF2-40B4-BE49-F238E27FC236}">
                <a16:creationId xmlns:a16="http://schemas.microsoft.com/office/drawing/2014/main" id="{2C9D2331-4ED0-F546-2FCE-FAC8D733D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810125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96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2C00D0-8484-DE5F-8420-C5881C5B9A32}"/>
              </a:ext>
            </a:extLst>
          </p:cNvPr>
          <p:cNvSpPr/>
          <p:nvPr/>
        </p:nvSpPr>
        <p:spPr>
          <a:xfrm>
            <a:off x="4829417" y="876254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103628" y="-10687"/>
                  <a:pt x="234113" y="-6108"/>
                  <a:pt x="293949" y="0"/>
                </a:cubicBezTo>
                <a:cubicBezTo>
                  <a:pt x="281140" y="122726"/>
                  <a:pt x="294750" y="177976"/>
                  <a:pt x="293949" y="350790"/>
                </a:cubicBezTo>
                <a:cubicBezTo>
                  <a:pt x="218382" y="337422"/>
                  <a:pt x="146375" y="350126"/>
                  <a:pt x="0" y="350790"/>
                </a:cubicBezTo>
                <a:cubicBezTo>
                  <a:pt x="12517" y="234031"/>
                  <a:pt x="-7647" y="140726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77615" y="-1356"/>
                  <a:pt x="216699" y="9085"/>
                  <a:pt x="293949" y="0"/>
                </a:cubicBezTo>
                <a:cubicBezTo>
                  <a:pt x="279351" y="153339"/>
                  <a:pt x="287330" y="189299"/>
                  <a:pt x="293949" y="350790"/>
                </a:cubicBezTo>
                <a:cubicBezTo>
                  <a:pt x="216746" y="339383"/>
                  <a:pt x="138975" y="358561"/>
                  <a:pt x="0" y="350790"/>
                </a:cubicBezTo>
                <a:cubicBezTo>
                  <a:pt x="7632" y="220691"/>
                  <a:pt x="-1215" y="15166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8163696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58940-093D-D61A-A369-6480C5D657B5}"/>
              </a:ext>
            </a:extLst>
          </p:cNvPr>
          <p:cNvSpPr/>
          <p:nvPr/>
        </p:nvSpPr>
        <p:spPr>
          <a:xfrm>
            <a:off x="4915142" y="8848272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97591" y="-6012"/>
                  <a:pt x="181720" y="-3338"/>
                  <a:pt x="293949" y="0"/>
                </a:cubicBezTo>
                <a:cubicBezTo>
                  <a:pt x="279387" y="108638"/>
                  <a:pt x="299079" y="280343"/>
                  <a:pt x="293949" y="350790"/>
                </a:cubicBezTo>
                <a:cubicBezTo>
                  <a:pt x="163984" y="348419"/>
                  <a:pt x="135182" y="353451"/>
                  <a:pt x="0" y="350790"/>
                </a:cubicBezTo>
                <a:cubicBezTo>
                  <a:pt x="-13951" y="253653"/>
                  <a:pt x="14159" y="157998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41264" y="4569"/>
                  <a:pt x="166052" y="-10293"/>
                  <a:pt x="293949" y="0"/>
                </a:cubicBezTo>
                <a:cubicBezTo>
                  <a:pt x="306887" y="81011"/>
                  <a:pt x="298748" y="206727"/>
                  <a:pt x="293949" y="350790"/>
                </a:cubicBezTo>
                <a:cubicBezTo>
                  <a:pt x="195713" y="346709"/>
                  <a:pt x="76129" y="339557"/>
                  <a:pt x="0" y="350790"/>
                </a:cubicBezTo>
                <a:cubicBezTo>
                  <a:pt x="-295" y="229700"/>
                  <a:pt x="2323" y="13980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971052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23BDD7-4F8C-5335-E689-63E93898069F}"/>
              </a:ext>
            </a:extLst>
          </p:cNvPr>
          <p:cNvSpPr/>
          <p:nvPr/>
        </p:nvSpPr>
        <p:spPr>
          <a:xfrm>
            <a:off x="5000867" y="893399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64996" y="11069"/>
                  <a:pt x="182457" y="-1320"/>
                  <a:pt x="293949" y="0"/>
                </a:cubicBezTo>
                <a:cubicBezTo>
                  <a:pt x="311101" y="118370"/>
                  <a:pt x="300077" y="269380"/>
                  <a:pt x="293949" y="350790"/>
                </a:cubicBezTo>
                <a:cubicBezTo>
                  <a:pt x="208650" y="355872"/>
                  <a:pt x="72918" y="361913"/>
                  <a:pt x="0" y="350790"/>
                </a:cubicBezTo>
                <a:cubicBezTo>
                  <a:pt x="9407" y="262283"/>
                  <a:pt x="-10111" y="148643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34740" y="-11302"/>
                  <a:pt x="176962" y="-9052"/>
                  <a:pt x="293949" y="0"/>
                </a:cubicBezTo>
                <a:cubicBezTo>
                  <a:pt x="299024" y="70504"/>
                  <a:pt x="284757" y="180596"/>
                  <a:pt x="293949" y="350790"/>
                </a:cubicBezTo>
                <a:cubicBezTo>
                  <a:pt x="224439" y="336203"/>
                  <a:pt x="141415" y="358087"/>
                  <a:pt x="0" y="350790"/>
                </a:cubicBezTo>
                <a:cubicBezTo>
                  <a:pt x="-12627" y="259327"/>
                  <a:pt x="3414" y="979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957221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9" name="Picture 2" descr="book icon">
            <a:extLst>
              <a:ext uri="{FF2B5EF4-FFF2-40B4-BE49-F238E27FC236}">
                <a16:creationId xmlns:a16="http://schemas.microsoft.com/office/drawing/2014/main" id="{E3D0C5CB-D439-D0D7-9491-9B87D55D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818" y="8768962"/>
            <a:ext cx="430099" cy="43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ook icon">
            <a:extLst>
              <a:ext uri="{FF2B5EF4-FFF2-40B4-BE49-F238E27FC236}">
                <a16:creationId xmlns:a16="http://schemas.microsoft.com/office/drawing/2014/main" id="{06CF107E-2124-1507-05C1-0F23BDEB0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470" y="9363074"/>
            <a:ext cx="1155065" cy="115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ook icon">
            <a:extLst>
              <a:ext uri="{FF2B5EF4-FFF2-40B4-BE49-F238E27FC236}">
                <a16:creationId xmlns:a16="http://schemas.microsoft.com/office/drawing/2014/main" id="{EB603DB8-0575-621F-31B0-8E5221234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195" y="9448799"/>
            <a:ext cx="1155065" cy="115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6DDB07-9DDB-D7C2-6351-701BC7010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254" y="1670282"/>
            <a:ext cx="3160510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90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D06-9DB4-5DD1-EC7C-0652129A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BDD61AB-F01E-71F8-0F89-6FA8DD626E28}"/>
              </a:ext>
            </a:extLst>
          </p:cNvPr>
          <p:cNvGrpSpPr/>
          <p:nvPr/>
        </p:nvGrpSpPr>
        <p:grpSpPr>
          <a:xfrm>
            <a:off x="1148254" y="1670282"/>
            <a:ext cx="3160510" cy="6858000"/>
            <a:chOff x="1148254" y="1670282"/>
            <a:chExt cx="316051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AD0AE2-F4D0-0DC0-D8D5-30D2EFCDD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8254" y="1670282"/>
              <a:ext cx="3160510" cy="685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CDDC00-BC58-237C-B767-C1375D228130}"/>
                </a:ext>
              </a:extLst>
            </p:cNvPr>
            <p:cNvSpPr/>
            <p:nvPr/>
          </p:nvSpPr>
          <p:spPr>
            <a:xfrm>
              <a:off x="1174750" y="8007350"/>
              <a:ext cx="3108325" cy="509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B623400-8F29-57BF-119A-45F0D16AA205}"/>
              </a:ext>
            </a:extLst>
          </p:cNvPr>
          <p:cNvSpPr/>
          <p:nvPr/>
        </p:nvSpPr>
        <p:spPr>
          <a:xfrm>
            <a:off x="4829417" y="876254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103628" y="-10687"/>
                  <a:pt x="234113" y="-6108"/>
                  <a:pt x="293949" y="0"/>
                </a:cubicBezTo>
                <a:cubicBezTo>
                  <a:pt x="281140" y="122726"/>
                  <a:pt x="294750" y="177976"/>
                  <a:pt x="293949" y="350790"/>
                </a:cubicBezTo>
                <a:cubicBezTo>
                  <a:pt x="218382" y="337422"/>
                  <a:pt x="146375" y="350126"/>
                  <a:pt x="0" y="350790"/>
                </a:cubicBezTo>
                <a:cubicBezTo>
                  <a:pt x="12517" y="234031"/>
                  <a:pt x="-7647" y="140726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77615" y="-1356"/>
                  <a:pt x="216699" y="9085"/>
                  <a:pt x="293949" y="0"/>
                </a:cubicBezTo>
                <a:cubicBezTo>
                  <a:pt x="279351" y="153339"/>
                  <a:pt x="287330" y="189299"/>
                  <a:pt x="293949" y="350790"/>
                </a:cubicBezTo>
                <a:cubicBezTo>
                  <a:pt x="216746" y="339383"/>
                  <a:pt x="138975" y="358561"/>
                  <a:pt x="0" y="350790"/>
                </a:cubicBezTo>
                <a:cubicBezTo>
                  <a:pt x="7632" y="220691"/>
                  <a:pt x="-1215" y="15166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8163696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6BCB-7E66-F734-AC6B-8CFE3FCA3F90}"/>
              </a:ext>
            </a:extLst>
          </p:cNvPr>
          <p:cNvSpPr/>
          <p:nvPr/>
        </p:nvSpPr>
        <p:spPr>
          <a:xfrm>
            <a:off x="4915142" y="8848272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97591" y="-6012"/>
                  <a:pt x="181720" y="-3338"/>
                  <a:pt x="293949" y="0"/>
                </a:cubicBezTo>
                <a:cubicBezTo>
                  <a:pt x="279387" y="108638"/>
                  <a:pt x="299079" y="280343"/>
                  <a:pt x="293949" y="350790"/>
                </a:cubicBezTo>
                <a:cubicBezTo>
                  <a:pt x="163984" y="348419"/>
                  <a:pt x="135182" y="353451"/>
                  <a:pt x="0" y="350790"/>
                </a:cubicBezTo>
                <a:cubicBezTo>
                  <a:pt x="-13951" y="253653"/>
                  <a:pt x="14159" y="157998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41264" y="4569"/>
                  <a:pt x="166052" y="-10293"/>
                  <a:pt x="293949" y="0"/>
                </a:cubicBezTo>
                <a:cubicBezTo>
                  <a:pt x="306887" y="81011"/>
                  <a:pt x="298748" y="206727"/>
                  <a:pt x="293949" y="350790"/>
                </a:cubicBezTo>
                <a:cubicBezTo>
                  <a:pt x="195713" y="346709"/>
                  <a:pt x="76129" y="339557"/>
                  <a:pt x="0" y="350790"/>
                </a:cubicBezTo>
                <a:cubicBezTo>
                  <a:pt x="-295" y="229700"/>
                  <a:pt x="2323" y="13980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971052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06D257-CF3F-DB42-7F91-9F1460B7DE3B}"/>
              </a:ext>
            </a:extLst>
          </p:cNvPr>
          <p:cNvSpPr/>
          <p:nvPr/>
        </p:nvSpPr>
        <p:spPr>
          <a:xfrm>
            <a:off x="5000867" y="893399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64996" y="11069"/>
                  <a:pt x="182457" y="-1320"/>
                  <a:pt x="293949" y="0"/>
                </a:cubicBezTo>
                <a:cubicBezTo>
                  <a:pt x="311101" y="118370"/>
                  <a:pt x="300077" y="269380"/>
                  <a:pt x="293949" y="350790"/>
                </a:cubicBezTo>
                <a:cubicBezTo>
                  <a:pt x="208650" y="355872"/>
                  <a:pt x="72918" y="361913"/>
                  <a:pt x="0" y="350790"/>
                </a:cubicBezTo>
                <a:cubicBezTo>
                  <a:pt x="9407" y="262283"/>
                  <a:pt x="-10111" y="148643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34740" y="-11302"/>
                  <a:pt x="176962" y="-9052"/>
                  <a:pt x="293949" y="0"/>
                </a:cubicBezTo>
                <a:cubicBezTo>
                  <a:pt x="299024" y="70504"/>
                  <a:pt x="284757" y="180596"/>
                  <a:pt x="293949" y="350790"/>
                </a:cubicBezTo>
                <a:cubicBezTo>
                  <a:pt x="224439" y="336203"/>
                  <a:pt x="141415" y="358087"/>
                  <a:pt x="0" y="350790"/>
                </a:cubicBezTo>
                <a:cubicBezTo>
                  <a:pt x="-12627" y="259327"/>
                  <a:pt x="3414" y="979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957221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9" name="Picture 2" descr="book icon">
            <a:extLst>
              <a:ext uri="{FF2B5EF4-FFF2-40B4-BE49-F238E27FC236}">
                <a16:creationId xmlns:a16="http://schemas.microsoft.com/office/drawing/2014/main" id="{CBA962D7-B2BA-7599-37D5-E4FBD0EC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8" y="8262144"/>
            <a:ext cx="430099" cy="43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ook icon">
            <a:extLst>
              <a:ext uri="{FF2B5EF4-FFF2-40B4-BE49-F238E27FC236}">
                <a16:creationId xmlns:a16="http://schemas.microsoft.com/office/drawing/2014/main" id="{7C9645A6-5FBD-7E65-16FB-11032016E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25" y="8044561"/>
            <a:ext cx="432632" cy="43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ook icon">
            <a:extLst>
              <a:ext uri="{FF2B5EF4-FFF2-40B4-BE49-F238E27FC236}">
                <a16:creationId xmlns:a16="http://schemas.microsoft.com/office/drawing/2014/main" id="{A4DEA36F-AF4F-12E1-0BAD-4DA496787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116" y="6692763"/>
            <a:ext cx="1155065" cy="115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gnifying glass icon">
            <a:extLst>
              <a:ext uri="{FF2B5EF4-FFF2-40B4-BE49-F238E27FC236}">
                <a16:creationId xmlns:a16="http://schemas.microsoft.com/office/drawing/2014/main" id="{0ACB8676-B309-46D2-B85B-A215D34DE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328" y="8044561"/>
            <a:ext cx="384175" cy="3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ottle icon">
            <a:extLst>
              <a:ext uri="{FF2B5EF4-FFF2-40B4-BE49-F238E27FC236}">
                <a16:creationId xmlns:a16="http://schemas.microsoft.com/office/drawing/2014/main" id="{039D5F19-0F65-B57E-6937-16EBB1E47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699" y="8044560"/>
            <a:ext cx="432633" cy="432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ine icon">
            <a:extLst>
              <a:ext uri="{FF2B5EF4-FFF2-40B4-BE49-F238E27FC236}">
                <a16:creationId xmlns:a16="http://schemas.microsoft.com/office/drawing/2014/main" id="{A5C0E5AF-B18A-A199-3423-A4D560611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1" t="20354" r="48222" b="18610"/>
          <a:stretch>
            <a:fillRect/>
          </a:stretch>
        </p:blipFill>
        <p:spPr bwMode="auto">
          <a:xfrm>
            <a:off x="2081610" y="8129041"/>
            <a:ext cx="170679" cy="33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ar icon">
            <a:extLst>
              <a:ext uri="{FF2B5EF4-FFF2-40B4-BE49-F238E27FC236}">
                <a16:creationId xmlns:a16="http://schemas.microsoft.com/office/drawing/2014/main" id="{9C373A1C-4486-76C2-53D5-2CBB9B0A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011" y="8144027"/>
            <a:ext cx="272256" cy="27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57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E637-FD75-57DF-5567-9CAD4375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2788BA5-9AF7-0781-438A-86E501E17A08}"/>
              </a:ext>
            </a:extLst>
          </p:cNvPr>
          <p:cNvGrpSpPr/>
          <p:nvPr/>
        </p:nvGrpSpPr>
        <p:grpSpPr>
          <a:xfrm>
            <a:off x="1148254" y="1670282"/>
            <a:ext cx="3160510" cy="6858000"/>
            <a:chOff x="1148254" y="1670282"/>
            <a:chExt cx="316051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23D870-E7D8-D7BD-21A0-F4E8CD331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8254" y="1670282"/>
              <a:ext cx="3160510" cy="685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884D71-48B5-E92E-199A-2D0ACF194D9B}"/>
                </a:ext>
              </a:extLst>
            </p:cNvPr>
            <p:cNvSpPr/>
            <p:nvPr/>
          </p:nvSpPr>
          <p:spPr>
            <a:xfrm>
              <a:off x="1174750" y="8007350"/>
              <a:ext cx="310832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4" descr="book icon">
            <a:extLst>
              <a:ext uri="{FF2B5EF4-FFF2-40B4-BE49-F238E27FC236}">
                <a16:creationId xmlns:a16="http://schemas.microsoft.com/office/drawing/2014/main" id="{FF8F24B5-7E94-A186-98B0-282392719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191" y="8015896"/>
            <a:ext cx="296254" cy="296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gnifying glass icon">
            <a:extLst>
              <a:ext uri="{FF2B5EF4-FFF2-40B4-BE49-F238E27FC236}">
                <a16:creationId xmlns:a16="http://schemas.microsoft.com/office/drawing/2014/main" id="{B5102205-DDA4-A95E-0F95-49210CA4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960" y="8058451"/>
            <a:ext cx="253699" cy="25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ottle icon">
            <a:extLst>
              <a:ext uri="{FF2B5EF4-FFF2-40B4-BE49-F238E27FC236}">
                <a16:creationId xmlns:a16="http://schemas.microsoft.com/office/drawing/2014/main" id="{9296E062-A6D9-7301-CBF7-368F6B37C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629" y="8007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ine icon">
            <a:extLst>
              <a:ext uri="{FF2B5EF4-FFF2-40B4-BE49-F238E27FC236}">
                <a16:creationId xmlns:a16="http://schemas.microsoft.com/office/drawing/2014/main" id="{1A4D3F2C-8425-C2C6-380A-30B7B37A0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1" t="20354" r="48222" b="18610"/>
          <a:stretch>
            <a:fillRect/>
          </a:stretch>
        </p:blipFill>
        <p:spPr bwMode="auto">
          <a:xfrm>
            <a:off x="2203539" y="8061944"/>
            <a:ext cx="120247" cy="23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ar icon">
            <a:extLst>
              <a:ext uri="{FF2B5EF4-FFF2-40B4-BE49-F238E27FC236}">
                <a16:creationId xmlns:a16="http://schemas.microsoft.com/office/drawing/2014/main" id="{295C9DB8-E2D1-357B-7484-A1031C496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343" y="8069111"/>
            <a:ext cx="196208" cy="1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125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C885-0D7E-3E7B-0540-A62E32E2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2409AF1-91B2-E293-5BE2-057B097AE483}"/>
              </a:ext>
            </a:extLst>
          </p:cNvPr>
          <p:cNvGrpSpPr/>
          <p:nvPr/>
        </p:nvGrpSpPr>
        <p:grpSpPr>
          <a:xfrm>
            <a:off x="1148254" y="1670282"/>
            <a:ext cx="3160510" cy="6858000"/>
            <a:chOff x="1148254" y="1670282"/>
            <a:chExt cx="316051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2E36F83-E1E6-C6BF-0501-B7EE6DBF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8254" y="1670282"/>
              <a:ext cx="3160510" cy="685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4B3299-65F3-06ED-47CC-8EAAE1718AEF}"/>
                </a:ext>
              </a:extLst>
            </p:cNvPr>
            <p:cNvSpPr/>
            <p:nvPr/>
          </p:nvSpPr>
          <p:spPr>
            <a:xfrm>
              <a:off x="1174750" y="8007350"/>
              <a:ext cx="310832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4" descr="book icon">
            <a:extLst>
              <a:ext uri="{FF2B5EF4-FFF2-40B4-BE49-F238E27FC236}">
                <a16:creationId xmlns:a16="http://schemas.microsoft.com/office/drawing/2014/main" id="{9FC17716-E3FA-F5BA-1B01-88D015321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191" y="8015896"/>
            <a:ext cx="296254" cy="296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gnifying glass icon">
            <a:extLst>
              <a:ext uri="{FF2B5EF4-FFF2-40B4-BE49-F238E27FC236}">
                <a16:creationId xmlns:a16="http://schemas.microsoft.com/office/drawing/2014/main" id="{4F8055D9-8374-8AE5-9604-3D46F10C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960" y="8058451"/>
            <a:ext cx="253699" cy="25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ottle icon">
            <a:extLst>
              <a:ext uri="{FF2B5EF4-FFF2-40B4-BE49-F238E27FC236}">
                <a16:creationId xmlns:a16="http://schemas.microsoft.com/office/drawing/2014/main" id="{8F33425E-6DF0-3B56-9F8D-C55E02B5B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629" y="8007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ine icon">
            <a:extLst>
              <a:ext uri="{FF2B5EF4-FFF2-40B4-BE49-F238E27FC236}">
                <a16:creationId xmlns:a16="http://schemas.microsoft.com/office/drawing/2014/main" id="{8896B7B4-8EF2-CBF2-A58E-74A99CC41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1" t="20354" r="48222" b="18610"/>
          <a:stretch>
            <a:fillRect/>
          </a:stretch>
        </p:blipFill>
        <p:spPr bwMode="auto">
          <a:xfrm>
            <a:off x="2203539" y="8061944"/>
            <a:ext cx="120247" cy="23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E9EA54B-528B-1589-8D0B-08F43E912F71}"/>
              </a:ext>
            </a:extLst>
          </p:cNvPr>
          <p:cNvGrpSpPr/>
          <p:nvPr/>
        </p:nvGrpSpPr>
        <p:grpSpPr>
          <a:xfrm>
            <a:off x="3774047" y="8050759"/>
            <a:ext cx="132715" cy="244723"/>
            <a:chOff x="4568825" y="3954463"/>
            <a:chExt cx="1343025" cy="2476501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817245A1-8F89-8354-142A-AF72D7B73B9D}"/>
                </a:ext>
              </a:extLst>
            </p:cNvPr>
            <p:cNvSpPr/>
            <p:nvPr/>
          </p:nvSpPr>
          <p:spPr>
            <a:xfrm>
              <a:off x="4568825" y="3954463"/>
              <a:ext cx="1343025" cy="1406525"/>
            </a:xfrm>
            <a:custGeom>
              <a:avLst/>
              <a:gdLst>
                <a:gd name="csX0" fmla="*/ 0 w 132715"/>
                <a:gd name="csY0" fmla="*/ 0 h 138990"/>
                <a:gd name="csX1" fmla="*/ 132715 w 132715"/>
                <a:gd name="csY1" fmla="*/ 0 h 138990"/>
                <a:gd name="csX2" fmla="*/ 89731 w 132715"/>
                <a:gd name="csY2" fmla="*/ 138990 h 138990"/>
                <a:gd name="csX3" fmla="*/ 43297 w 132715"/>
                <a:gd name="csY3" fmla="*/ 138990 h 138990"/>
                <a:gd name="csX4" fmla="*/ 0 w 132715"/>
                <a:gd name="csY4" fmla="*/ 0 h 138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2715" h="138990" fill="none" extrusionOk="0">
                  <a:moveTo>
                    <a:pt x="0" y="0"/>
                  </a:moveTo>
                  <a:cubicBezTo>
                    <a:pt x="43958" y="-12319"/>
                    <a:pt x="90449" y="12060"/>
                    <a:pt x="132715" y="0"/>
                  </a:cubicBezTo>
                  <a:cubicBezTo>
                    <a:pt x="135048" y="32246"/>
                    <a:pt x="103997" y="76901"/>
                    <a:pt x="89731" y="138990"/>
                  </a:cubicBezTo>
                  <a:cubicBezTo>
                    <a:pt x="76295" y="141397"/>
                    <a:pt x="61201" y="138735"/>
                    <a:pt x="43297" y="138990"/>
                  </a:cubicBezTo>
                  <a:cubicBezTo>
                    <a:pt x="17882" y="86087"/>
                    <a:pt x="14504" y="29283"/>
                    <a:pt x="0" y="0"/>
                  </a:cubicBezTo>
                  <a:close/>
                </a:path>
                <a:path w="132715" h="138990" stroke="0" extrusionOk="0">
                  <a:moveTo>
                    <a:pt x="0" y="0"/>
                  </a:moveTo>
                  <a:cubicBezTo>
                    <a:pt x="46099" y="-11638"/>
                    <a:pt x="92901" y="1000"/>
                    <a:pt x="132715" y="0"/>
                  </a:cubicBezTo>
                  <a:cubicBezTo>
                    <a:pt x="116131" y="70323"/>
                    <a:pt x="98073" y="70630"/>
                    <a:pt x="89731" y="138990"/>
                  </a:cubicBezTo>
                  <a:cubicBezTo>
                    <a:pt x="71820" y="143807"/>
                    <a:pt x="58166" y="134824"/>
                    <a:pt x="43297" y="138990"/>
                  </a:cubicBezTo>
                  <a:cubicBezTo>
                    <a:pt x="18761" y="97954"/>
                    <a:pt x="20767" y="64349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700445973">
                    <a:custGeom>
                      <a:avLst/>
                      <a:gdLst>
                        <a:gd name="csX0" fmla="*/ 0 w 1343025"/>
                        <a:gd name="csY0" fmla="*/ 0 h 1341437"/>
                        <a:gd name="csX1" fmla="*/ 1343025 w 1343025"/>
                        <a:gd name="csY1" fmla="*/ 0 h 1341437"/>
                        <a:gd name="csX2" fmla="*/ 908050 w 1343025"/>
                        <a:gd name="csY2" fmla="*/ 1341437 h 1341437"/>
                        <a:gd name="csX3" fmla="*/ 438150 w 1343025"/>
                        <a:gd name="csY3" fmla="*/ 1341437 h 1341437"/>
                        <a:gd name="csX4" fmla="*/ 0 w 1343025"/>
                        <a:gd name="csY4" fmla="*/ 0 h 134143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343025" h="1341437">
                          <a:moveTo>
                            <a:pt x="0" y="0"/>
                          </a:moveTo>
                          <a:lnTo>
                            <a:pt x="1343025" y="0"/>
                          </a:lnTo>
                          <a:lnTo>
                            <a:pt x="908050" y="1341437"/>
                          </a:lnTo>
                          <a:lnTo>
                            <a:pt x="438150" y="134143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C359AAE-AE64-910F-4244-86C63D09505C}"/>
                </a:ext>
              </a:extLst>
            </p:cNvPr>
            <p:cNvSpPr/>
            <p:nvPr/>
          </p:nvSpPr>
          <p:spPr>
            <a:xfrm>
              <a:off x="4738688" y="5460290"/>
              <a:ext cx="992187" cy="970674"/>
            </a:xfrm>
            <a:custGeom>
              <a:avLst/>
              <a:gdLst>
                <a:gd name="csX0" fmla="*/ 0 w 98046"/>
                <a:gd name="csY0" fmla="*/ 95920 h 95920"/>
                <a:gd name="csX1" fmla="*/ 98046 w 98046"/>
                <a:gd name="csY1" fmla="*/ 95920 h 95920"/>
                <a:gd name="csX2" fmla="*/ 72318 w 98046"/>
                <a:gd name="csY2" fmla="*/ 0 h 95920"/>
                <a:gd name="csX3" fmla="*/ 25099 w 98046"/>
                <a:gd name="csY3" fmla="*/ 0 h 95920"/>
                <a:gd name="csX4" fmla="*/ 0 w 98046"/>
                <a:gd name="csY4" fmla="*/ 95920 h 95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046" h="95920" fill="none" extrusionOk="0">
                  <a:moveTo>
                    <a:pt x="0" y="95920"/>
                  </a:moveTo>
                  <a:cubicBezTo>
                    <a:pt x="27532" y="94861"/>
                    <a:pt x="56142" y="97580"/>
                    <a:pt x="98046" y="95920"/>
                  </a:cubicBezTo>
                  <a:cubicBezTo>
                    <a:pt x="92098" y="75528"/>
                    <a:pt x="81779" y="30785"/>
                    <a:pt x="72318" y="0"/>
                  </a:cubicBezTo>
                  <a:cubicBezTo>
                    <a:pt x="50014" y="4080"/>
                    <a:pt x="35267" y="-212"/>
                    <a:pt x="25099" y="0"/>
                  </a:cubicBezTo>
                  <a:cubicBezTo>
                    <a:pt x="23916" y="29704"/>
                    <a:pt x="2328" y="74378"/>
                    <a:pt x="0" y="95920"/>
                  </a:cubicBezTo>
                  <a:close/>
                </a:path>
                <a:path w="98046" h="95920" stroke="0" extrusionOk="0">
                  <a:moveTo>
                    <a:pt x="0" y="95920"/>
                  </a:moveTo>
                  <a:cubicBezTo>
                    <a:pt x="32315" y="87780"/>
                    <a:pt x="55246" y="106665"/>
                    <a:pt x="98046" y="95920"/>
                  </a:cubicBezTo>
                  <a:cubicBezTo>
                    <a:pt x="84446" y="52553"/>
                    <a:pt x="85720" y="33205"/>
                    <a:pt x="72318" y="0"/>
                  </a:cubicBezTo>
                  <a:cubicBezTo>
                    <a:pt x="53158" y="3315"/>
                    <a:pt x="41981" y="-418"/>
                    <a:pt x="25099" y="0"/>
                  </a:cubicBezTo>
                  <a:cubicBezTo>
                    <a:pt x="27137" y="23061"/>
                    <a:pt x="7408" y="57255"/>
                    <a:pt x="0" y="9592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86312744">
                    <a:custGeom>
                      <a:avLst/>
                      <a:gdLst>
                        <a:gd name="csX0" fmla="*/ 0 w 992187"/>
                        <a:gd name="csY0" fmla="*/ 892175 h 892175"/>
                        <a:gd name="csX1" fmla="*/ 992187 w 992187"/>
                        <a:gd name="csY1" fmla="*/ 892175 h 892175"/>
                        <a:gd name="csX2" fmla="*/ 731837 w 992187"/>
                        <a:gd name="csY2" fmla="*/ 0 h 892175"/>
                        <a:gd name="csX3" fmla="*/ 254000 w 992187"/>
                        <a:gd name="csY3" fmla="*/ 0 h 892175"/>
                        <a:gd name="csX4" fmla="*/ 0 w 992187"/>
                        <a:gd name="csY4" fmla="*/ 892175 h 89217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992187" h="892175">
                          <a:moveTo>
                            <a:pt x="0" y="892175"/>
                          </a:moveTo>
                          <a:lnTo>
                            <a:pt x="992187" y="892175"/>
                          </a:lnTo>
                          <a:lnTo>
                            <a:pt x="731837" y="0"/>
                          </a:lnTo>
                          <a:lnTo>
                            <a:pt x="254000" y="0"/>
                          </a:lnTo>
                          <a:lnTo>
                            <a:pt x="0" y="892175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67F6FA-D32B-C721-8C94-DCE82E9B60D6}"/>
                </a:ext>
              </a:extLst>
            </p:cNvPr>
            <p:cNvSpPr/>
            <p:nvPr/>
          </p:nvSpPr>
          <p:spPr>
            <a:xfrm>
              <a:off x="4960938" y="5357813"/>
              <a:ext cx="554831" cy="95250"/>
            </a:xfrm>
            <a:custGeom>
              <a:avLst/>
              <a:gdLst>
                <a:gd name="csX0" fmla="*/ 10000 w 10000"/>
                <a:gd name="csY0" fmla="*/ 10000 h 10000"/>
                <a:gd name="csX1" fmla="*/ 0 w 10000"/>
                <a:gd name="csY1" fmla="*/ 10000 h 10000"/>
                <a:gd name="csX2" fmla="*/ 0 w 10000"/>
                <a:gd name="csY2" fmla="*/ 0 h 10000"/>
                <a:gd name="csX3" fmla="*/ 9986 w 10000"/>
                <a:gd name="csY3" fmla="*/ 0 h 10000"/>
                <a:gd name="csX4" fmla="*/ 10000 w 10000"/>
                <a:gd name="csY4" fmla="*/ 10000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000" h="10000" fill="none" extrusionOk="0">
                  <a:moveTo>
                    <a:pt x="10000" y="10000"/>
                  </a:moveTo>
                  <a:cubicBezTo>
                    <a:pt x="7485" y="10918"/>
                    <a:pt x="4444" y="9121"/>
                    <a:pt x="0" y="10000"/>
                  </a:cubicBezTo>
                  <a:cubicBezTo>
                    <a:pt x="-754" y="7698"/>
                    <a:pt x="813" y="4820"/>
                    <a:pt x="0" y="0"/>
                  </a:cubicBezTo>
                  <a:cubicBezTo>
                    <a:pt x="4349" y="-229"/>
                    <a:pt x="7093" y="92"/>
                    <a:pt x="9986" y="0"/>
                  </a:cubicBezTo>
                  <a:cubicBezTo>
                    <a:pt x="10666" y="3233"/>
                    <a:pt x="10581" y="6613"/>
                    <a:pt x="10000" y="10000"/>
                  </a:cubicBezTo>
                  <a:close/>
                </a:path>
                <a:path w="10000" h="10000" stroke="0" extrusionOk="0">
                  <a:moveTo>
                    <a:pt x="10000" y="10000"/>
                  </a:moveTo>
                  <a:cubicBezTo>
                    <a:pt x="6329" y="10127"/>
                    <a:pt x="3435" y="9325"/>
                    <a:pt x="0" y="10000"/>
                  </a:cubicBezTo>
                  <a:cubicBezTo>
                    <a:pt x="-752" y="6372"/>
                    <a:pt x="532" y="4174"/>
                    <a:pt x="0" y="0"/>
                  </a:cubicBezTo>
                  <a:cubicBezTo>
                    <a:pt x="4132" y="-713"/>
                    <a:pt x="5918" y="701"/>
                    <a:pt x="9986" y="0"/>
                  </a:cubicBezTo>
                  <a:cubicBezTo>
                    <a:pt x="10020" y="3415"/>
                    <a:pt x="9404" y="7427"/>
                    <a:pt x="10000" y="1000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510079494">
                    <a:custGeom>
                      <a:avLst/>
                      <a:gdLst>
                        <a:gd name="csX0" fmla="*/ 566737 w 566737"/>
                        <a:gd name="csY0" fmla="*/ 95250 h 95250"/>
                        <a:gd name="csX1" fmla="*/ 0 w 566737"/>
                        <a:gd name="csY1" fmla="*/ 95250 h 95250"/>
                        <a:gd name="csX2" fmla="*/ 0 w 566737"/>
                        <a:gd name="csY2" fmla="*/ 0 h 95250"/>
                        <a:gd name="csX3" fmla="*/ 554037 w 566737"/>
                        <a:gd name="csY3" fmla="*/ 0 h 95250"/>
                        <a:gd name="csX4" fmla="*/ 566737 w 566737"/>
                        <a:gd name="csY4" fmla="*/ 95250 h 95250"/>
                        <a:gd name="csX0" fmla="*/ 554831 w 554831"/>
                        <a:gd name="csY0" fmla="*/ 95250 h 95250"/>
                        <a:gd name="csX1" fmla="*/ 0 w 554831"/>
                        <a:gd name="csY1" fmla="*/ 95250 h 95250"/>
                        <a:gd name="csX2" fmla="*/ 0 w 554831"/>
                        <a:gd name="csY2" fmla="*/ 0 h 95250"/>
                        <a:gd name="csX3" fmla="*/ 554037 w 554831"/>
                        <a:gd name="csY3" fmla="*/ 0 h 95250"/>
                        <a:gd name="csX4" fmla="*/ 554831 w 554831"/>
                        <a:gd name="csY4" fmla="*/ 95250 h 952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554831" h="95250">
                          <a:moveTo>
                            <a:pt x="554831" y="95250"/>
                          </a:moveTo>
                          <a:lnTo>
                            <a:pt x="0" y="95250"/>
                          </a:lnTo>
                          <a:lnTo>
                            <a:pt x="0" y="0"/>
                          </a:lnTo>
                          <a:lnTo>
                            <a:pt x="554037" y="0"/>
                          </a:lnTo>
                          <a:cubicBezTo>
                            <a:pt x="554302" y="31750"/>
                            <a:pt x="554566" y="63500"/>
                            <a:pt x="554831" y="952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BEF4EC-A2E8-A113-2DB1-F8F3E35017A1}"/>
              </a:ext>
            </a:extLst>
          </p:cNvPr>
          <p:cNvGrpSpPr/>
          <p:nvPr/>
        </p:nvGrpSpPr>
        <p:grpSpPr>
          <a:xfrm>
            <a:off x="4579383" y="5452578"/>
            <a:ext cx="2097642" cy="2471688"/>
            <a:chOff x="2355939" y="8159750"/>
            <a:chExt cx="258674" cy="304800"/>
          </a:xfrm>
        </p:grpSpPr>
        <p:pic>
          <p:nvPicPr>
            <p:cNvPr id="17" name="Picture 4" descr="bottle icon">
              <a:extLst>
                <a:ext uri="{FF2B5EF4-FFF2-40B4-BE49-F238E27FC236}">
                  <a16:creationId xmlns:a16="http://schemas.microsoft.com/office/drawing/2014/main" id="{7E058B34-4896-E1C9-790B-FF4B9CFBB9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8286"/>
            <a:stretch>
              <a:fillRect/>
            </a:stretch>
          </p:blipFill>
          <p:spPr bwMode="auto">
            <a:xfrm>
              <a:off x="2396029" y="8159750"/>
              <a:ext cx="218584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wine icon">
              <a:extLst>
                <a:ext uri="{FF2B5EF4-FFF2-40B4-BE49-F238E27FC236}">
                  <a16:creationId xmlns:a16="http://schemas.microsoft.com/office/drawing/2014/main" id="{2725FE82-2C3A-A114-FA31-500AC3B7E1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1" t="20354" r="48222" b="18610"/>
            <a:stretch>
              <a:fillRect/>
            </a:stretch>
          </p:blipFill>
          <p:spPr bwMode="auto">
            <a:xfrm>
              <a:off x="2355939" y="8214344"/>
              <a:ext cx="120247" cy="2335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DC6104-DCD0-F843-D9B1-C9D35D715912}"/>
              </a:ext>
            </a:extLst>
          </p:cNvPr>
          <p:cNvGrpSpPr/>
          <p:nvPr/>
        </p:nvGrpSpPr>
        <p:grpSpPr>
          <a:xfrm>
            <a:off x="4513025" y="8366275"/>
            <a:ext cx="817785" cy="1507975"/>
            <a:chOff x="4568825" y="3954463"/>
            <a:chExt cx="1343025" cy="24765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2E44783-03C1-51E0-A296-380EC8DBCAF2}"/>
                </a:ext>
              </a:extLst>
            </p:cNvPr>
            <p:cNvSpPr/>
            <p:nvPr/>
          </p:nvSpPr>
          <p:spPr>
            <a:xfrm>
              <a:off x="4568825" y="3954463"/>
              <a:ext cx="1343025" cy="1406525"/>
            </a:xfrm>
            <a:custGeom>
              <a:avLst/>
              <a:gdLst>
                <a:gd name="csX0" fmla="*/ 0 w 817785"/>
                <a:gd name="csY0" fmla="*/ 0 h 856452"/>
                <a:gd name="csX1" fmla="*/ 417070 w 817785"/>
                <a:gd name="csY1" fmla="*/ 0 h 856452"/>
                <a:gd name="csX2" fmla="*/ 817785 w 817785"/>
                <a:gd name="csY2" fmla="*/ 0 h 856452"/>
                <a:gd name="csX3" fmla="*/ 690651 w 817785"/>
                <a:gd name="csY3" fmla="*/ 411097 h 856452"/>
                <a:gd name="csX4" fmla="*/ 552923 w 817785"/>
                <a:gd name="csY4" fmla="*/ 856452 h 856452"/>
                <a:gd name="csX5" fmla="*/ 266795 w 817785"/>
                <a:gd name="csY5" fmla="*/ 856452 h 856452"/>
                <a:gd name="csX6" fmla="*/ 130730 w 817785"/>
                <a:gd name="csY6" fmla="*/ 419661 h 856452"/>
                <a:gd name="csX7" fmla="*/ 0 w 817785"/>
                <a:gd name="csY7" fmla="*/ 0 h 856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17785" h="856452" fill="none" extrusionOk="0">
                  <a:moveTo>
                    <a:pt x="0" y="0"/>
                  </a:moveTo>
                  <a:cubicBezTo>
                    <a:pt x="197371" y="-11087"/>
                    <a:pt x="257656" y="40736"/>
                    <a:pt x="417070" y="0"/>
                  </a:cubicBezTo>
                  <a:cubicBezTo>
                    <a:pt x="576484" y="-40736"/>
                    <a:pt x="640885" y="10068"/>
                    <a:pt x="817785" y="0"/>
                  </a:cubicBezTo>
                  <a:cubicBezTo>
                    <a:pt x="798626" y="90238"/>
                    <a:pt x="678591" y="309432"/>
                    <a:pt x="690651" y="411097"/>
                  </a:cubicBezTo>
                  <a:cubicBezTo>
                    <a:pt x="702711" y="512762"/>
                    <a:pt x="576103" y="660832"/>
                    <a:pt x="552923" y="856452"/>
                  </a:cubicBezTo>
                  <a:cubicBezTo>
                    <a:pt x="462665" y="868365"/>
                    <a:pt x="381942" y="831939"/>
                    <a:pt x="266795" y="856452"/>
                  </a:cubicBezTo>
                  <a:cubicBezTo>
                    <a:pt x="189075" y="772786"/>
                    <a:pt x="202508" y="613823"/>
                    <a:pt x="130730" y="419661"/>
                  </a:cubicBezTo>
                  <a:cubicBezTo>
                    <a:pt x="58952" y="225499"/>
                    <a:pt x="72814" y="201157"/>
                    <a:pt x="0" y="0"/>
                  </a:cubicBezTo>
                  <a:close/>
                </a:path>
                <a:path w="817785" h="856452" stroke="0" extrusionOk="0">
                  <a:moveTo>
                    <a:pt x="0" y="0"/>
                  </a:moveTo>
                  <a:cubicBezTo>
                    <a:pt x="84177" y="-43131"/>
                    <a:pt x="312817" y="34349"/>
                    <a:pt x="392537" y="0"/>
                  </a:cubicBezTo>
                  <a:cubicBezTo>
                    <a:pt x="472257" y="-34349"/>
                    <a:pt x="705486" y="37371"/>
                    <a:pt x="817785" y="0"/>
                  </a:cubicBezTo>
                  <a:cubicBezTo>
                    <a:pt x="811462" y="177892"/>
                    <a:pt x="706752" y="240858"/>
                    <a:pt x="690651" y="411097"/>
                  </a:cubicBezTo>
                  <a:cubicBezTo>
                    <a:pt x="674550" y="581336"/>
                    <a:pt x="558988" y="696646"/>
                    <a:pt x="552923" y="856452"/>
                  </a:cubicBezTo>
                  <a:cubicBezTo>
                    <a:pt x="410788" y="868597"/>
                    <a:pt x="389789" y="829430"/>
                    <a:pt x="266795" y="856452"/>
                  </a:cubicBezTo>
                  <a:cubicBezTo>
                    <a:pt x="184535" y="708595"/>
                    <a:pt x="207929" y="626652"/>
                    <a:pt x="141401" y="453920"/>
                  </a:cubicBezTo>
                  <a:cubicBezTo>
                    <a:pt x="74873" y="281188"/>
                    <a:pt x="88225" y="19245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700445973">
                    <a:custGeom>
                      <a:avLst/>
                      <a:gdLst>
                        <a:gd name="csX0" fmla="*/ 0 w 1343025"/>
                        <a:gd name="csY0" fmla="*/ 0 h 1341437"/>
                        <a:gd name="csX1" fmla="*/ 1343025 w 1343025"/>
                        <a:gd name="csY1" fmla="*/ 0 h 1341437"/>
                        <a:gd name="csX2" fmla="*/ 908050 w 1343025"/>
                        <a:gd name="csY2" fmla="*/ 1341437 h 1341437"/>
                        <a:gd name="csX3" fmla="*/ 438150 w 1343025"/>
                        <a:gd name="csY3" fmla="*/ 1341437 h 1341437"/>
                        <a:gd name="csX4" fmla="*/ 0 w 1343025"/>
                        <a:gd name="csY4" fmla="*/ 0 h 1341437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1343025" h="1341437">
                          <a:moveTo>
                            <a:pt x="0" y="0"/>
                          </a:moveTo>
                          <a:lnTo>
                            <a:pt x="1343025" y="0"/>
                          </a:lnTo>
                          <a:lnTo>
                            <a:pt x="908050" y="1341437"/>
                          </a:lnTo>
                          <a:lnTo>
                            <a:pt x="438150" y="134143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E97381-5F6B-4F66-A9A8-BEE4F62D66A2}"/>
                </a:ext>
              </a:extLst>
            </p:cNvPr>
            <p:cNvSpPr/>
            <p:nvPr/>
          </p:nvSpPr>
          <p:spPr>
            <a:xfrm>
              <a:off x="4738688" y="5460290"/>
              <a:ext cx="992187" cy="970674"/>
            </a:xfrm>
            <a:custGeom>
              <a:avLst/>
              <a:gdLst>
                <a:gd name="csX0" fmla="*/ 0 w 604155"/>
                <a:gd name="csY0" fmla="*/ 591057 h 591057"/>
                <a:gd name="csX1" fmla="*/ 308119 w 604155"/>
                <a:gd name="csY1" fmla="*/ 591057 h 591057"/>
                <a:gd name="csX2" fmla="*/ 604155 w 604155"/>
                <a:gd name="csY2" fmla="*/ 591057 h 591057"/>
                <a:gd name="csX3" fmla="*/ 524890 w 604155"/>
                <a:gd name="csY3" fmla="*/ 295529 h 591057"/>
                <a:gd name="csX4" fmla="*/ 445624 w 604155"/>
                <a:gd name="csY4" fmla="*/ 0 h 591057"/>
                <a:gd name="csX5" fmla="*/ 154663 w 604155"/>
                <a:gd name="csY5" fmla="*/ 0 h 591057"/>
                <a:gd name="csX6" fmla="*/ 78878 w 604155"/>
                <a:gd name="csY6" fmla="*/ 289618 h 591057"/>
                <a:gd name="csX7" fmla="*/ 0 w 604155"/>
                <a:gd name="csY7" fmla="*/ 591057 h 591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04155" h="591057" fill="none" extrusionOk="0">
                  <a:moveTo>
                    <a:pt x="0" y="591057"/>
                  </a:moveTo>
                  <a:cubicBezTo>
                    <a:pt x="74110" y="584515"/>
                    <a:pt x="212188" y="627412"/>
                    <a:pt x="308119" y="591057"/>
                  </a:cubicBezTo>
                  <a:cubicBezTo>
                    <a:pt x="404050" y="554702"/>
                    <a:pt x="477293" y="603249"/>
                    <a:pt x="604155" y="591057"/>
                  </a:cubicBezTo>
                  <a:cubicBezTo>
                    <a:pt x="567138" y="529369"/>
                    <a:pt x="592487" y="429685"/>
                    <a:pt x="524890" y="295529"/>
                  </a:cubicBezTo>
                  <a:cubicBezTo>
                    <a:pt x="457293" y="161373"/>
                    <a:pt x="496334" y="56943"/>
                    <a:pt x="445624" y="0"/>
                  </a:cubicBezTo>
                  <a:cubicBezTo>
                    <a:pt x="342570" y="18827"/>
                    <a:pt x="259927" y="-25841"/>
                    <a:pt x="154663" y="0"/>
                  </a:cubicBezTo>
                  <a:cubicBezTo>
                    <a:pt x="129765" y="103660"/>
                    <a:pt x="89534" y="220769"/>
                    <a:pt x="78878" y="289618"/>
                  </a:cubicBezTo>
                  <a:cubicBezTo>
                    <a:pt x="68222" y="358467"/>
                    <a:pt x="17765" y="475540"/>
                    <a:pt x="0" y="591057"/>
                  </a:cubicBezTo>
                  <a:close/>
                </a:path>
                <a:path w="604155" h="591057" stroke="0" extrusionOk="0">
                  <a:moveTo>
                    <a:pt x="0" y="591057"/>
                  </a:moveTo>
                  <a:cubicBezTo>
                    <a:pt x="59422" y="578394"/>
                    <a:pt x="229233" y="595921"/>
                    <a:pt x="289994" y="591057"/>
                  </a:cubicBezTo>
                  <a:cubicBezTo>
                    <a:pt x="350755" y="586193"/>
                    <a:pt x="527027" y="601075"/>
                    <a:pt x="604155" y="591057"/>
                  </a:cubicBezTo>
                  <a:cubicBezTo>
                    <a:pt x="551158" y="473847"/>
                    <a:pt x="563752" y="371748"/>
                    <a:pt x="529645" y="313260"/>
                  </a:cubicBezTo>
                  <a:cubicBezTo>
                    <a:pt x="495538" y="254772"/>
                    <a:pt x="475587" y="62801"/>
                    <a:pt x="445624" y="0"/>
                  </a:cubicBezTo>
                  <a:cubicBezTo>
                    <a:pt x="308390" y="16719"/>
                    <a:pt x="233130" y="-10253"/>
                    <a:pt x="154663" y="0"/>
                  </a:cubicBezTo>
                  <a:cubicBezTo>
                    <a:pt x="138997" y="112705"/>
                    <a:pt x="73033" y="209923"/>
                    <a:pt x="80425" y="283707"/>
                  </a:cubicBezTo>
                  <a:cubicBezTo>
                    <a:pt x="87817" y="357491"/>
                    <a:pt x="-9100" y="506640"/>
                    <a:pt x="0" y="5910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86312744">
                    <a:custGeom>
                      <a:avLst/>
                      <a:gdLst>
                        <a:gd name="csX0" fmla="*/ 0 w 992187"/>
                        <a:gd name="csY0" fmla="*/ 892175 h 892175"/>
                        <a:gd name="csX1" fmla="*/ 992187 w 992187"/>
                        <a:gd name="csY1" fmla="*/ 892175 h 892175"/>
                        <a:gd name="csX2" fmla="*/ 731837 w 992187"/>
                        <a:gd name="csY2" fmla="*/ 0 h 892175"/>
                        <a:gd name="csX3" fmla="*/ 254000 w 992187"/>
                        <a:gd name="csY3" fmla="*/ 0 h 892175"/>
                        <a:gd name="csX4" fmla="*/ 0 w 992187"/>
                        <a:gd name="csY4" fmla="*/ 892175 h 89217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992187" h="892175">
                          <a:moveTo>
                            <a:pt x="0" y="892175"/>
                          </a:moveTo>
                          <a:lnTo>
                            <a:pt x="992187" y="892175"/>
                          </a:lnTo>
                          <a:lnTo>
                            <a:pt x="731837" y="0"/>
                          </a:lnTo>
                          <a:lnTo>
                            <a:pt x="254000" y="0"/>
                          </a:lnTo>
                          <a:lnTo>
                            <a:pt x="0" y="892175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AAA7AE0-8C8E-6C08-7E1E-390115874F7E}"/>
                </a:ext>
              </a:extLst>
            </p:cNvPr>
            <p:cNvSpPr/>
            <p:nvPr/>
          </p:nvSpPr>
          <p:spPr>
            <a:xfrm>
              <a:off x="4960938" y="5357813"/>
              <a:ext cx="554831" cy="95250"/>
            </a:xfrm>
            <a:custGeom>
              <a:avLst/>
              <a:gdLst>
                <a:gd name="csX0" fmla="*/ 337844 w 337844"/>
                <a:gd name="csY0" fmla="*/ 57999 h 57999"/>
                <a:gd name="csX1" fmla="*/ 0 w 337844"/>
                <a:gd name="csY1" fmla="*/ 57999 h 57999"/>
                <a:gd name="csX2" fmla="*/ 0 w 337844"/>
                <a:gd name="csY2" fmla="*/ 0 h 57999"/>
                <a:gd name="csX3" fmla="*/ 337360 w 337844"/>
                <a:gd name="csY3" fmla="*/ 0 h 57999"/>
                <a:gd name="csX4" fmla="*/ 337844 w 337844"/>
                <a:gd name="csY4" fmla="*/ 57999 h 579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7844" h="57999" fill="none" extrusionOk="0">
                  <a:moveTo>
                    <a:pt x="337844" y="57999"/>
                  </a:moveTo>
                  <a:cubicBezTo>
                    <a:pt x="205016" y="96144"/>
                    <a:pt x="155956" y="51009"/>
                    <a:pt x="0" y="57999"/>
                  </a:cubicBezTo>
                  <a:cubicBezTo>
                    <a:pt x="-3192" y="32440"/>
                    <a:pt x="6460" y="15471"/>
                    <a:pt x="0" y="0"/>
                  </a:cubicBezTo>
                  <a:cubicBezTo>
                    <a:pt x="74115" y="-464"/>
                    <a:pt x="264496" y="17633"/>
                    <a:pt x="337360" y="0"/>
                  </a:cubicBezTo>
                  <a:cubicBezTo>
                    <a:pt x="340833" y="18845"/>
                    <a:pt x="338659" y="38577"/>
                    <a:pt x="337844" y="57999"/>
                  </a:cubicBezTo>
                  <a:close/>
                </a:path>
                <a:path w="337844" h="57999" stroke="0" extrusionOk="0">
                  <a:moveTo>
                    <a:pt x="337844" y="57999"/>
                  </a:moveTo>
                  <a:cubicBezTo>
                    <a:pt x="216566" y="83634"/>
                    <a:pt x="110756" y="46114"/>
                    <a:pt x="0" y="57999"/>
                  </a:cubicBezTo>
                  <a:cubicBezTo>
                    <a:pt x="-6370" y="40901"/>
                    <a:pt x="190" y="18459"/>
                    <a:pt x="0" y="0"/>
                  </a:cubicBezTo>
                  <a:cubicBezTo>
                    <a:pt x="93613" y="-12276"/>
                    <a:pt x="212175" y="28660"/>
                    <a:pt x="337360" y="0"/>
                  </a:cubicBezTo>
                  <a:cubicBezTo>
                    <a:pt x="337766" y="20008"/>
                    <a:pt x="337007" y="39536"/>
                    <a:pt x="337844" y="57999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510079494">
                    <a:custGeom>
                      <a:avLst/>
                      <a:gdLst>
                        <a:gd name="csX0" fmla="*/ 566737 w 566737"/>
                        <a:gd name="csY0" fmla="*/ 95250 h 95250"/>
                        <a:gd name="csX1" fmla="*/ 0 w 566737"/>
                        <a:gd name="csY1" fmla="*/ 95250 h 95250"/>
                        <a:gd name="csX2" fmla="*/ 0 w 566737"/>
                        <a:gd name="csY2" fmla="*/ 0 h 95250"/>
                        <a:gd name="csX3" fmla="*/ 554037 w 566737"/>
                        <a:gd name="csY3" fmla="*/ 0 h 95250"/>
                        <a:gd name="csX4" fmla="*/ 566737 w 566737"/>
                        <a:gd name="csY4" fmla="*/ 95250 h 95250"/>
                        <a:gd name="csX0" fmla="*/ 554831 w 554831"/>
                        <a:gd name="csY0" fmla="*/ 95250 h 95250"/>
                        <a:gd name="csX1" fmla="*/ 0 w 554831"/>
                        <a:gd name="csY1" fmla="*/ 95250 h 95250"/>
                        <a:gd name="csX2" fmla="*/ 0 w 554831"/>
                        <a:gd name="csY2" fmla="*/ 0 h 95250"/>
                        <a:gd name="csX3" fmla="*/ 554037 w 554831"/>
                        <a:gd name="csY3" fmla="*/ 0 h 95250"/>
                        <a:gd name="csX4" fmla="*/ 554831 w 554831"/>
                        <a:gd name="csY4" fmla="*/ 95250 h 9525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554831" h="95250">
                          <a:moveTo>
                            <a:pt x="554831" y="95250"/>
                          </a:moveTo>
                          <a:lnTo>
                            <a:pt x="0" y="95250"/>
                          </a:lnTo>
                          <a:lnTo>
                            <a:pt x="0" y="0"/>
                          </a:lnTo>
                          <a:lnTo>
                            <a:pt x="554037" y="0"/>
                          </a:lnTo>
                          <a:cubicBezTo>
                            <a:pt x="554302" y="31750"/>
                            <a:pt x="554566" y="63500"/>
                            <a:pt x="554831" y="9525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719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294C-0DE3-4F7B-F4AE-6A3805DC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B4D7814-A4D0-F674-8C21-E0272F26BA67}"/>
              </a:ext>
            </a:extLst>
          </p:cNvPr>
          <p:cNvGrpSpPr/>
          <p:nvPr/>
        </p:nvGrpSpPr>
        <p:grpSpPr>
          <a:xfrm>
            <a:off x="1148254" y="1670282"/>
            <a:ext cx="3160510" cy="6858000"/>
            <a:chOff x="1148254" y="1670282"/>
            <a:chExt cx="316051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EDD4858-0F3F-F57B-67E3-BCE6DB613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8254" y="1670282"/>
              <a:ext cx="3160510" cy="685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EC04D-C684-600B-D957-1E135B8D69FF}"/>
                </a:ext>
              </a:extLst>
            </p:cNvPr>
            <p:cNvSpPr/>
            <p:nvPr/>
          </p:nvSpPr>
          <p:spPr>
            <a:xfrm>
              <a:off x="1174750" y="8007350"/>
              <a:ext cx="310832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53F9931-C5A6-C2ED-1751-C91F70CD79B8}"/>
              </a:ext>
            </a:extLst>
          </p:cNvPr>
          <p:cNvSpPr/>
          <p:nvPr/>
        </p:nvSpPr>
        <p:spPr>
          <a:xfrm>
            <a:off x="4829417" y="876254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103628" y="-10687"/>
                  <a:pt x="234113" y="-6108"/>
                  <a:pt x="293949" y="0"/>
                </a:cubicBezTo>
                <a:cubicBezTo>
                  <a:pt x="281140" y="122726"/>
                  <a:pt x="294750" y="177976"/>
                  <a:pt x="293949" y="350790"/>
                </a:cubicBezTo>
                <a:cubicBezTo>
                  <a:pt x="218382" y="337422"/>
                  <a:pt x="146375" y="350126"/>
                  <a:pt x="0" y="350790"/>
                </a:cubicBezTo>
                <a:cubicBezTo>
                  <a:pt x="12517" y="234031"/>
                  <a:pt x="-7647" y="140726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77615" y="-1356"/>
                  <a:pt x="216699" y="9085"/>
                  <a:pt x="293949" y="0"/>
                </a:cubicBezTo>
                <a:cubicBezTo>
                  <a:pt x="279351" y="153339"/>
                  <a:pt x="287330" y="189299"/>
                  <a:pt x="293949" y="350790"/>
                </a:cubicBezTo>
                <a:cubicBezTo>
                  <a:pt x="216746" y="339383"/>
                  <a:pt x="138975" y="358561"/>
                  <a:pt x="0" y="350790"/>
                </a:cubicBezTo>
                <a:cubicBezTo>
                  <a:pt x="7632" y="220691"/>
                  <a:pt x="-1215" y="15166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8163696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3E732F-BBD5-2427-104C-CE7672DFD6AC}"/>
              </a:ext>
            </a:extLst>
          </p:cNvPr>
          <p:cNvSpPr/>
          <p:nvPr/>
        </p:nvSpPr>
        <p:spPr>
          <a:xfrm>
            <a:off x="4915142" y="8848272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97591" y="-6012"/>
                  <a:pt x="181720" y="-3338"/>
                  <a:pt x="293949" y="0"/>
                </a:cubicBezTo>
                <a:cubicBezTo>
                  <a:pt x="279387" y="108638"/>
                  <a:pt x="299079" y="280343"/>
                  <a:pt x="293949" y="350790"/>
                </a:cubicBezTo>
                <a:cubicBezTo>
                  <a:pt x="163984" y="348419"/>
                  <a:pt x="135182" y="353451"/>
                  <a:pt x="0" y="350790"/>
                </a:cubicBezTo>
                <a:cubicBezTo>
                  <a:pt x="-13951" y="253653"/>
                  <a:pt x="14159" y="157998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41264" y="4569"/>
                  <a:pt x="166052" y="-10293"/>
                  <a:pt x="293949" y="0"/>
                </a:cubicBezTo>
                <a:cubicBezTo>
                  <a:pt x="306887" y="81011"/>
                  <a:pt x="298748" y="206727"/>
                  <a:pt x="293949" y="350790"/>
                </a:cubicBezTo>
                <a:cubicBezTo>
                  <a:pt x="195713" y="346709"/>
                  <a:pt x="76129" y="339557"/>
                  <a:pt x="0" y="350790"/>
                </a:cubicBezTo>
                <a:cubicBezTo>
                  <a:pt x="-295" y="229700"/>
                  <a:pt x="2323" y="13980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971052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C03C4-6B73-00B7-CD33-A194575A24E4}"/>
              </a:ext>
            </a:extLst>
          </p:cNvPr>
          <p:cNvSpPr/>
          <p:nvPr/>
        </p:nvSpPr>
        <p:spPr>
          <a:xfrm>
            <a:off x="5000867" y="8933997"/>
            <a:ext cx="293949" cy="350790"/>
          </a:xfrm>
          <a:custGeom>
            <a:avLst/>
            <a:gdLst>
              <a:gd name="csX0" fmla="*/ 0 w 293949"/>
              <a:gd name="csY0" fmla="*/ 0 h 350790"/>
              <a:gd name="csX1" fmla="*/ 293949 w 293949"/>
              <a:gd name="csY1" fmla="*/ 0 h 350790"/>
              <a:gd name="csX2" fmla="*/ 293949 w 293949"/>
              <a:gd name="csY2" fmla="*/ 350790 h 350790"/>
              <a:gd name="csX3" fmla="*/ 0 w 293949"/>
              <a:gd name="csY3" fmla="*/ 350790 h 350790"/>
              <a:gd name="csX4" fmla="*/ 0 w 293949"/>
              <a:gd name="csY4" fmla="*/ 0 h 35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949" h="350790" fill="none" extrusionOk="0">
                <a:moveTo>
                  <a:pt x="0" y="0"/>
                </a:moveTo>
                <a:cubicBezTo>
                  <a:pt x="64996" y="11069"/>
                  <a:pt x="182457" y="-1320"/>
                  <a:pt x="293949" y="0"/>
                </a:cubicBezTo>
                <a:cubicBezTo>
                  <a:pt x="311101" y="118370"/>
                  <a:pt x="300077" y="269380"/>
                  <a:pt x="293949" y="350790"/>
                </a:cubicBezTo>
                <a:cubicBezTo>
                  <a:pt x="208650" y="355872"/>
                  <a:pt x="72918" y="361913"/>
                  <a:pt x="0" y="350790"/>
                </a:cubicBezTo>
                <a:cubicBezTo>
                  <a:pt x="9407" y="262283"/>
                  <a:pt x="-10111" y="148643"/>
                  <a:pt x="0" y="0"/>
                </a:cubicBezTo>
                <a:close/>
              </a:path>
              <a:path w="293949" h="350790" stroke="0" extrusionOk="0">
                <a:moveTo>
                  <a:pt x="0" y="0"/>
                </a:moveTo>
                <a:cubicBezTo>
                  <a:pt x="134740" y="-11302"/>
                  <a:pt x="176962" y="-9052"/>
                  <a:pt x="293949" y="0"/>
                </a:cubicBezTo>
                <a:cubicBezTo>
                  <a:pt x="299024" y="70504"/>
                  <a:pt x="284757" y="180596"/>
                  <a:pt x="293949" y="350790"/>
                </a:cubicBezTo>
                <a:cubicBezTo>
                  <a:pt x="224439" y="336203"/>
                  <a:pt x="141415" y="358087"/>
                  <a:pt x="0" y="350790"/>
                </a:cubicBezTo>
                <a:cubicBezTo>
                  <a:pt x="-12627" y="259327"/>
                  <a:pt x="3414" y="979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957221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pic>
        <p:nvPicPr>
          <p:cNvPr id="9" name="Picture 2" descr="book icon">
            <a:extLst>
              <a:ext uri="{FF2B5EF4-FFF2-40B4-BE49-F238E27FC236}">
                <a16:creationId xmlns:a16="http://schemas.microsoft.com/office/drawing/2014/main" id="{95E8240C-9A7B-0F86-CE4A-2D8F23789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8" y="8262144"/>
            <a:ext cx="430099" cy="43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ook icon">
            <a:extLst>
              <a:ext uri="{FF2B5EF4-FFF2-40B4-BE49-F238E27FC236}">
                <a16:creationId xmlns:a16="http://schemas.microsoft.com/office/drawing/2014/main" id="{0F41ACDE-9B72-4A16-7A58-1198237D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98" y="7990681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gnifying glass icon">
            <a:extLst>
              <a:ext uri="{FF2B5EF4-FFF2-40B4-BE49-F238E27FC236}">
                <a16:creationId xmlns:a16="http://schemas.microsoft.com/office/drawing/2014/main" id="{0DB0D7D3-BEA5-EE7D-279D-2F241C172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960" y="8058451"/>
            <a:ext cx="253699" cy="25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ottle icon">
            <a:extLst>
              <a:ext uri="{FF2B5EF4-FFF2-40B4-BE49-F238E27FC236}">
                <a16:creationId xmlns:a16="http://schemas.microsoft.com/office/drawing/2014/main" id="{43C582BA-EFBF-31D3-986D-24F43C66C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629" y="8007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ine icon">
            <a:extLst>
              <a:ext uri="{FF2B5EF4-FFF2-40B4-BE49-F238E27FC236}">
                <a16:creationId xmlns:a16="http://schemas.microsoft.com/office/drawing/2014/main" id="{857597E3-7A8E-8A9B-6EE5-A930D50F9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1" t="20354" r="48222" b="18610"/>
          <a:stretch>
            <a:fillRect/>
          </a:stretch>
        </p:blipFill>
        <p:spPr bwMode="auto">
          <a:xfrm>
            <a:off x="2203539" y="8061944"/>
            <a:ext cx="120247" cy="23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ar icon">
            <a:extLst>
              <a:ext uri="{FF2B5EF4-FFF2-40B4-BE49-F238E27FC236}">
                <a16:creationId xmlns:a16="http://schemas.microsoft.com/office/drawing/2014/main" id="{9436701E-00A5-94D6-063F-C31978D72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343" y="8069111"/>
            <a:ext cx="196208" cy="1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02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Mayo</dc:creator>
  <cp:lastModifiedBy>John Mayo</cp:lastModifiedBy>
  <cp:revision>1</cp:revision>
  <dcterms:created xsi:type="dcterms:W3CDTF">2026-01-04T20:40:11Z</dcterms:created>
  <dcterms:modified xsi:type="dcterms:W3CDTF">2026-01-05T17:46:20Z</dcterms:modified>
</cp:coreProperties>
</file>