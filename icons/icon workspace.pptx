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29" autoAdjust="0"/>
    <p:restoredTop sz="94660"/>
  </p:normalViewPr>
  <p:slideViewPr>
    <p:cSldViewPr snapToGrid="0">
      <p:cViewPr>
        <p:scale>
          <a:sx n="114" d="100"/>
          <a:sy n="114" d="100"/>
        </p:scale>
        <p:origin x="2694" y="-25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7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81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249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4916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32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971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327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469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395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7336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518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565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7B907E-B426-104B-5554-7E762C9D06A4}"/>
              </a:ext>
            </a:extLst>
          </p:cNvPr>
          <p:cNvSpPr/>
          <p:nvPr/>
        </p:nvSpPr>
        <p:spPr>
          <a:xfrm>
            <a:off x="4269347" y="5229695"/>
            <a:ext cx="698108" cy="833102"/>
          </a:xfrm>
          <a:custGeom>
            <a:avLst/>
            <a:gdLst>
              <a:gd name="csX0" fmla="*/ 0 w 698108"/>
              <a:gd name="csY0" fmla="*/ 0 h 833102"/>
              <a:gd name="csX1" fmla="*/ 698108 w 698108"/>
              <a:gd name="csY1" fmla="*/ 0 h 833102"/>
              <a:gd name="csX2" fmla="*/ 698108 w 698108"/>
              <a:gd name="csY2" fmla="*/ 424882 h 833102"/>
              <a:gd name="csX3" fmla="*/ 698108 w 698108"/>
              <a:gd name="csY3" fmla="*/ 833102 h 833102"/>
              <a:gd name="csX4" fmla="*/ 0 w 698108"/>
              <a:gd name="csY4" fmla="*/ 833102 h 833102"/>
              <a:gd name="csX5" fmla="*/ 0 w 698108"/>
              <a:gd name="csY5" fmla="*/ 416551 h 833102"/>
              <a:gd name="csX6" fmla="*/ 0 w 698108"/>
              <a:gd name="csY6" fmla="*/ 0 h 8331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98108" h="833102" fill="none" extrusionOk="0">
                <a:moveTo>
                  <a:pt x="0" y="0"/>
                </a:moveTo>
                <a:cubicBezTo>
                  <a:pt x="202731" y="10479"/>
                  <a:pt x="475032" y="-27622"/>
                  <a:pt x="698108" y="0"/>
                </a:cubicBezTo>
                <a:cubicBezTo>
                  <a:pt x="695909" y="128635"/>
                  <a:pt x="685014" y="310709"/>
                  <a:pt x="698108" y="424882"/>
                </a:cubicBezTo>
                <a:cubicBezTo>
                  <a:pt x="711202" y="539055"/>
                  <a:pt x="698494" y="633453"/>
                  <a:pt x="698108" y="833102"/>
                </a:cubicBezTo>
                <a:cubicBezTo>
                  <a:pt x="504640" y="867799"/>
                  <a:pt x="273818" y="863380"/>
                  <a:pt x="0" y="833102"/>
                </a:cubicBezTo>
                <a:cubicBezTo>
                  <a:pt x="-3338" y="686020"/>
                  <a:pt x="9505" y="549997"/>
                  <a:pt x="0" y="416551"/>
                </a:cubicBezTo>
                <a:cubicBezTo>
                  <a:pt x="-9505" y="283105"/>
                  <a:pt x="7425" y="199120"/>
                  <a:pt x="0" y="0"/>
                </a:cubicBezTo>
                <a:close/>
              </a:path>
              <a:path w="698108" h="833102" stroke="0" extrusionOk="0">
                <a:moveTo>
                  <a:pt x="0" y="0"/>
                </a:moveTo>
                <a:cubicBezTo>
                  <a:pt x="233910" y="-14660"/>
                  <a:pt x="392738" y="-3402"/>
                  <a:pt x="698108" y="0"/>
                </a:cubicBezTo>
                <a:cubicBezTo>
                  <a:pt x="698286" y="148722"/>
                  <a:pt x="700384" y="288308"/>
                  <a:pt x="698108" y="399889"/>
                </a:cubicBezTo>
                <a:cubicBezTo>
                  <a:pt x="695832" y="511470"/>
                  <a:pt x="695088" y="717154"/>
                  <a:pt x="698108" y="833102"/>
                </a:cubicBezTo>
                <a:cubicBezTo>
                  <a:pt x="533326" y="862774"/>
                  <a:pt x="329312" y="834966"/>
                  <a:pt x="0" y="833102"/>
                </a:cubicBezTo>
                <a:cubicBezTo>
                  <a:pt x="11402" y="620096"/>
                  <a:pt x="-5519" y="537698"/>
                  <a:pt x="0" y="399889"/>
                </a:cubicBezTo>
                <a:cubicBezTo>
                  <a:pt x="5519" y="262080"/>
                  <a:pt x="-4872" y="14167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8163696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114C9F-CFCF-8C1F-A97D-8A7815CCA48B}"/>
              </a:ext>
            </a:extLst>
          </p:cNvPr>
          <p:cNvSpPr/>
          <p:nvPr/>
        </p:nvSpPr>
        <p:spPr>
          <a:xfrm>
            <a:off x="4355072" y="5315420"/>
            <a:ext cx="698108" cy="833102"/>
          </a:xfrm>
          <a:custGeom>
            <a:avLst/>
            <a:gdLst>
              <a:gd name="csX0" fmla="*/ 0 w 698108"/>
              <a:gd name="csY0" fmla="*/ 0 h 833102"/>
              <a:gd name="csX1" fmla="*/ 698108 w 698108"/>
              <a:gd name="csY1" fmla="*/ 0 h 833102"/>
              <a:gd name="csX2" fmla="*/ 698108 w 698108"/>
              <a:gd name="csY2" fmla="*/ 433213 h 833102"/>
              <a:gd name="csX3" fmla="*/ 698108 w 698108"/>
              <a:gd name="csY3" fmla="*/ 833102 h 833102"/>
              <a:gd name="csX4" fmla="*/ 0 w 698108"/>
              <a:gd name="csY4" fmla="*/ 833102 h 833102"/>
              <a:gd name="csX5" fmla="*/ 0 w 698108"/>
              <a:gd name="csY5" fmla="*/ 416551 h 833102"/>
              <a:gd name="csX6" fmla="*/ 0 w 698108"/>
              <a:gd name="csY6" fmla="*/ 0 h 8331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98108" h="833102" fill="none" extrusionOk="0">
                <a:moveTo>
                  <a:pt x="0" y="0"/>
                </a:moveTo>
                <a:cubicBezTo>
                  <a:pt x="250732" y="-19793"/>
                  <a:pt x="356353" y="-27951"/>
                  <a:pt x="698108" y="0"/>
                </a:cubicBezTo>
                <a:cubicBezTo>
                  <a:pt x="716497" y="89941"/>
                  <a:pt x="717961" y="298195"/>
                  <a:pt x="698108" y="433213"/>
                </a:cubicBezTo>
                <a:cubicBezTo>
                  <a:pt x="678255" y="568231"/>
                  <a:pt x="709444" y="667611"/>
                  <a:pt x="698108" y="833102"/>
                </a:cubicBezTo>
                <a:cubicBezTo>
                  <a:pt x="510182" y="838352"/>
                  <a:pt x="156727" y="808934"/>
                  <a:pt x="0" y="833102"/>
                </a:cubicBezTo>
                <a:cubicBezTo>
                  <a:pt x="7961" y="718932"/>
                  <a:pt x="5026" y="559502"/>
                  <a:pt x="0" y="416551"/>
                </a:cubicBezTo>
                <a:cubicBezTo>
                  <a:pt x="-5026" y="273600"/>
                  <a:pt x="13269" y="193456"/>
                  <a:pt x="0" y="0"/>
                </a:cubicBezTo>
                <a:close/>
              </a:path>
              <a:path w="698108" h="833102" stroke="0" extrusionOk="0">
                <a:moveTo>
                  <a:pt x="0" y="0"/>
                </a:moveTo>
                <a:cubicBezTo>
                  <a:pt x="340503" y="-11899"/>
                  <a:pt x="457324" y="32456"/>
                  <a:pt x="698108" y="0"/>
                </a:cubicBezTo>
                <a:cubicBezTo>
                  <a:pt x="694692" y="132737"/>
                  <a:pt x="684858" y="231074"/>
                  <a:pt x="698108" y="416551"/>
                </a:cubicBezTo>
                <a:cubicBezTo>
                  <a:pt x="711358" y="602028"/>
                  <a:pt x="698482" y="647539"/>
                  <a:pt x="698108" y="833102"/>
                </a:cubicBezTo>
                <a:cubicBezTo>
                  <a:pt x="459191" y="864598"/>
                  <a:pt x="201639" y="854608"/>
                  <a:pt x="0" y="833102"/>
                </a:cubicBezTo>
                <a:cubicBezTo>
                  <a:pt x="12015" y="688889"/>
                  <a:pt x="6414" y="567872"/>
                  <a:pt x="0" y="433213"/>
                </a:cubicBezTo>
                <a:cubicBezTo>
                  <a:pt x="-6414" y="298554"/>
                  <a:pt x="-4007" y="99694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69710524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DB347A-078A-B1D8-18CD-8916C9D143E3}"/>
              </a:ext>
            </a:extLst>
          </p:cNvPr>
          <p:cNvSpPr/>
          <p:nvPr/>
        </p:nvSpPr>
        <p:spPr>
          <a:xfrm>
            <a:off x="4440797" y="5401145"/>
            <a:ext cx="698108" cy="833102"/>
          </a:xfrm>
          <a:custGeom>
            <a:avLst/>
            <a:gdLst>
              <a:gd name="csX0" fmla="*/ 0 w 698108"/>
              <a:gd name="csY0" fmla="*/ 0 h 833102"/>
              <a:gd name="csX1" fmla="*/ 698108 w 698108"/>
              <a:gd name="csY1" fmla="*/ 0 h 833102"/>
              <a:gd name="csX2" fmla="*/ 698108 w 698108"/>
              <a:gd name="csY2" fmla="*/ 416551 h 833102"/>
              <a:gd name="csX3" fmla="*/ 698108 w 698108"/>
              <a:gd name="csY3" fmla="*/ 833102 h 833102"/>
              <a:gd name="csX4" fmla="*/ 0 w 698108"/>
              <a:gd name="csY4" fmla="*/ 833102 h 833102"/>
              <a:gd name="csX5" fmla="*/ 0 w 698108"/>
              <a:gd name="csY5" fmla="*/ 399889 h 833102"/>
              <a:gd name="csX6" fmla="*/ 0 w 698108"/>
              <a:gd name="csY6" fmla="*/ 0 h 8331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98108" h="833102" fill="none" extrusionOk="0">
                <a:moveTo>
                  <a:pt x="0" y="0"/>
                </a:moveTo>
                <a:cubicBezTo>
                  <a:pt x="307324" y="-13676"/>
                  <a:pt x="427269" y="-26198"/>
                  <a:pt x="698108" y="0"/>
                </a:cubicBezTo>
                <a:cubicBezTo>
                  <a:pt x="715296" y="206628"/>
                  <a:pt x="706768" y="283413"/>
                  <a:pt x="698108" y="416551"/>
                </a:cubicBezTo>
                <a:cubicBezTo>
                  <a:pt x="689448" y="549689"/>
                  <a:pt x="700911" y="720375"/>
                  <a:pt x="698108" y="833102"/>
                </a:cubicBezTo>
                <a:cubicBezTo>
                  <a:pt x="364779" y="804363"/>
                  <a:pt x="302642" y="805082"/>
                  <a:pt x="0" y="833102"/>
                </a:cubicBezTo>
                <a:cubicBezTo>
                  <a:pt x="4077" y="676051"/>
                  <a:pt x="-17107" y="607700"/>
                  <a:pt x="0" y="399889"/>
                </a:cubicBezTo>
                <a:cubicBezTo>
                  <a:pt x="17107" y="192078"/>
                  <a:pt x="8409" y="83801"/>
                  <a:pt x="0" y="0"/>
                </a:cubicBezTo>
                <a:close/>
              </a:path>
              <a:path w="698108" h="833102" stroke="0" extrusionOk="0">
                <a:moveTo>
                  <a:pt x="0" y="0"/>
                </a:moveTo>
                <a:cubicBezTo>
                  <a:pt x="190011" y="13842"/>
                  <a:pt x="441488" y="-6703"/>
                  <a:pt x="698108" y="0"/>
                </a:cubicBezTo>
                <a:cubicBezTo>
                  <a:pt x="718370" y="135614"/>
                  <a:pt x="718633" y="235065"/>
                  <a:pt x="698108" y="433213"/>
                </a:cubicBezTo>
                <a:cubicBezTo>
                  <a:pt x="677583" y="631361"/>
                  <a:pt x="715651" y="670882"/>
                  <a:pt x="698108" y="833102"/>
                </a:cubicBezTo>
                <a:cubicBezTo>
                  <a:pt x="491978" y="830909"/>
                  <a:pt x="270322" y="825760"/>
                  <a:pt x="0" y="833102"/>
                </a:cubicBezTo>
                <a:cubicBezTo>
                  <a:pt x="1474" y="695849"/>
                  <a:pt x="15485" y="513747"/>
                  <a:pt x="0" y="399889"/>
                </a:cubicBezTo>
                <a:cubicBezTo>
                  <a:pt x="-15485" y="286031"/>
                  <a:pt x="-15052" y="13286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4957221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pic>
        <p:nvPicPr>
          <p:cNvPr id="1026" name="Picture 2" descr="book icon">
            <a:extLst>
              <a:ext uri="{FF2B5EF4-FFF2-40B4-BE49-F238E27FC236}">
                <a16:creationId xmlns:a16="http://schemas.microsoft.com/office/drawing/2014/main" id="{E090B038-92EE-93C3-7E86-E619ED4F1B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748" y="5127066"/>
            <a:ext cx="1021456" cy="10214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ook icon">
            <a:extLst>
              <a:ext uri="{FF2B5EF4-FFF2-40B4-BE49-F238E27FC236}">
                <a16:creationId xmlns:a16="http://schemas.microsoft.com/office/drawing/2014/main" id="{3534FC0B-F77A-8C7F-3346-C72CBDD7D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7400" y="4724400"/>
            <a:ext cx="2743200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ok icon">
            <a:extLst>
              <a:ext uri="{FF2B5EF4-FFF2-40B4-BE49-F238E27FC236}">
                <a16:creationId xmlns:a16="http://schemas.microsoft.com/office/drawing/2014/main" id="{2C9D2331-4ED0-F546-2FCE-FAC8D733D5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3125" y="4810125"/>
            <a:ext cx="2743200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99674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E2C00D0-8484-DE5F-8420-C5881C5B9A32}"/>
              </a:ext>
            </a:extLst>
          </p:cNvPr>
          <p:cNvSpPr/>
          <p:nvPr/>
        </p:nvSpPr>
        <p:spPr>
          <a:xfrm>
            <a:off x="4829417" y="876254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103628" y="-10687"/>
                  <a:pt x="234113" y="-6108"/>
                  <a:pt x="293949" y="0"/>
                </a:cubicBezTo>
                <a:cubicBezTo>
                  <a:pt x="281140" y="122726"/>
                  <a:pt x="294750" y="177976"/>
                  <a:pt x="293949" y="350790"/>
                </a:cubicBezTo>
                <a:cubicBezTo>
                  <a:pt x="218382" y="337422"/>
                  <a:pt x="146375" y="350126"/>
                  <a:pt x="0" y="350790"/>
                </a:cubicBezTo>
                <a:cubicBezTo>
                  <a:pt x="12517" y="234031"/>
                  <a:pt x="-7647" y="140726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77615" y="-1356"/>
                  <a:pt x="216699" y="9085"/>
                  <a:pt x="293949" y="0"/>
                </a:cubicBezTo>
                <a:cubicBezTo>
                  <a:pt x="279351" y="153339"/>
                  <a:pt x="287330" y="189299"/>
                  <a:pt x="293949" y="350790"/>
                </a:cubicBezTo>
                <a:cubicBezTo>
                  <a:pt x="216746" y="339383"/>
                  <a:pt x="138975" y="358561"/>
                  <a:pt x="0" y="350790"/>
                </a:cubicBezTo>
                <a:cubicBezTo>
                  <a:pt x="7632" y="220691"/>
                  <a:pt x="-1215" y="15166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8163696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858940-093D-D61A-A369-6480C5D657B5}"/>
              </a:ext>
            </a:extLst>
          </p:cNvPr>
          <p:cNvSpPr/>
          <p:nvPr/>
        </p:nvSpPr>
        <p:spPr>
          <a:xfrm>
            <a:off x="4915142" y="8848272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97591" y="-6012"/>
                  <a:pt x="181720" y="-3338"/>
                  <a:pt x="293949" y="0"/>
                </a:cubicBezTo>
                <a:cubicBezTo>
                  <a:pt x="279387" y="108638"/>
                  <a:pt x="299079" y="280343"/>
                  <a:pt x="293949" y="350790"/>
                </a:cubicBezTo>
                <a:cubicBezTo>
                  <a:pt x="163984" y="348419"/>
                  <a:pt x="135182" y="353451"/>
                  <a:pt x="0" y="350790"/>
                </a:cubicBezTo>
                <a:cubicBezTo>
                  <a:pt x="-13951" y="253653"/>
                  <a:pt x="14159" y="157998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41264" y="4569"/>
                  <a:pt x="166052" y="-10293"/>
                  <a:pt x="293949" y="0"/>
                </a:cubicBezTo>
                <a:cubicBezTo>
                  <a:pt x="306887" y="81011"/>
                  <a:pt x="298748" y="206727"/>
                  <a:pt x="293949" y="350790"/>
                </a:cubicBezTo>
                <a:cubicBezTo>
                  <a:pt x="195713" y="346709"/>
                  <a:pt x="76129" y="339557"/>
                  <a:pt x="0" y="350790"/>
                </a:cubicBezTo>
                <a:cubicBezTo>
                  <a:pt x="-295" y="229700"/>
                  <a:pt x="2323" y="13980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69710524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23BDD7-4F8C-5335-E689-63E93898069F}"/>
              </a:ext>
            </a:extLst>
          </p:cNvPr>
          <p:cNvSpPr/>
          <p:nvPr/>
        </p:nvSpPr>
        <p:spPr>
          <a:xfrm>
            <a:off x="5000867" y="893399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64996" y="11069"/>
                  <a:pt x="182457" y="-1320"/>
                  <a:pt x="293949" y="0"/>
                </a:cubicBezTo>
                <a:cubicBezTo>
                  <a:pt x="311101" y="118370"/>
                  <a:pt x="300077" y="269380"/>
                  <a:pt x="293949" y="350790"/>
                </a:cubicBezTo>
                <a:cubicBezTo>
                  <a:pt x="208650" y="355872"/>
                  <a:pt x="72918" y="361913"/>
                  <a:pt x="0" y="350790"/>
                </a:cubicBezTo>
                <a:cubicBezTo>
                  <a:pt x="9407" y="262283"/>
                  <a:pt x="-10111" y="148643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34740" y="-11302"/>
                  <a:pt x="176962" y="-9052"/>
                  <a:pt x="293949" y="0"/>
                </a:cubicBezTo>
                <a:cubicBezTo>
                  <a:pt x="299024" y="70504"/>
                  <a:pt x="284757" y="180596"/>
                  <a:pt x="293949" y="350790"/>
                </a:cubicBezTo>
                <a:cubicBezTo>
                  <a:pt x="224439" y="336203"/>
                  <a:pt x="141415" y="358087"/>
                  <a:pt x="0" y="350790"/>
                </a:cubicBezTo>
                <a:cubicBezTo>
                  <a:pt x="-12627" y="259327"/>
                  <a:pt x="3414" y="9797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4957221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pic>
        <p:nvPicPr>
          <p:cNvPr id="9" name="Picture 2" descr="book icon">
            <a:extLst>
              <a:ext uri="{FF2B5EF4-FFF2-40B4-BE49-F238E27FC236}">
                <a16:creationId xmlns:a16="http://schemas.microsoft.com/office/drawing/2014/main" id="{E3D0C5CB-D439-D0D7-9491-9B87D55D90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4818" y="8768962"/>
            <a:ext cx="430099" cy="430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book icon">
            <a:extLst>
              <a:ext uri="{FF2B5EF4-FFF2-40B4-BE49-F238E27FC236}">
                <a16:creationId xmlns:a16="http://schemas.microsoft.com/office/drawing/2014/main" id="{06CF107E-2124-1507-05C1-0F23BDEB0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7470" y="9363074"/>
            <a:ext cx="1155065" cy="1155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book icon">
            <a:extLst>
              <a:ext uri="{FF2B5EF4-FFF2-40B4-BE49-F238E27FC236}">
                <a16:creationId xmlns:a16="http://schemas.microsoft.com/office/drawing/2014/main" id="{EB603DB8-0575-621F-31B0-8E5221234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651" y="9023667"/>
            <a:ext cx="1155065" cy="1155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A6DDB07-9DDB-D7C2-6351-701BC7010C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8254" y="1670282"/>
            <a:ext cx="3160510" cy="6858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61906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8D06-9DB4-5DD1-EC7C-0652129A7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BDD61AB-F01E-71F8-0F89-6FA8DD626E28}"/>
              </a:ext>
            </a:extLst>
          </p:cNvPr>
          <p:cNvGrpSpPr/>
          <p:nvPr/>
        </p:nvGrpSpPr>
        <p:grpSpPr>
          <a:xfrm>
            <a:off x="1148254" y="1670282"/>
            <a:ext cx="3160510" cy="6858000"/>
            <a:chOff x="1148254" y="1670282"/>
            <a:chExt cx="316051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CAD0AE2-F4D0-0DC0-D8D5-30D2EFCDDB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8254" y="1670282"/>
              <a:ext cx="3160510" cy="6858000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0CDDC00-BC58-237C-B767-C1375D228130}"/>
                </a:ext>
              </a:extLst>
            </p:cNvPr>
            <p:cNvSpPr/>
            <p:nvPr/>
          </p:nvSpPr>
          <p:spPr>
            <a:xfrm>
              <a:off x="1174750" y="8007350"/>
              <a:ext cx="3108325" cy="509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7B623400-8F29-57BF-119A-45F0D16AA205}"/>
              </a:ext>
            </a:extLst>
          </p:cNvPr>
          <p:cNvSpPr/>
          <p:nvPr/>
        </p:nvSpPr>
        <p:spPr>
          <a:xfrm>
            <a:off x="4829417" y="876254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103628" y="-10687"/>
                  <a:pt x="234113" y="-6108"/>
                  <a:pt x="293949" y="0"/>
                </a:cubicBezTo>
                <a:cubicBezTo>
                  <a:pt x="281140" y="122726"/>
                  <a:pt x="294750" y="177976"/>
                  <a:pt x="293949" y="350790"/>
                </a:cubicBezTo>
                <a:cubicBezTo>
                  <a:pt x="218382" y="337422"/>
                  <a:pt x="146375" y="350126"/>
                  <a:pt x="0" y="350790"/>
                </a:cubicBezTo>
                <a:cubicBezTo>
                  <a:pt x="12517" y="234031"/>
                  <a:pt x="-7647" y="140726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77615" y="-1356"/>
                  <a:pt x="216699" y="9085"/>
                  <a:pt x="293949" y="0"/>
                </a:cubicBezTo>
                <a:cubicBezTo>
                  <a:pt x="279351" y="153339"/>
                  <a:pt x="287330" y="189299"/>
                  <a:pt x="293949" y="350790"/>
                </a:cubicBezTo>
                <a:cubicBezTo>
                  <a:pt x="216746" y="339383"/>
                  <a:pt x="138975" y="358561"/>
                  <a:pt x="0" y="350790"/>
                </a:cubicBezTo>
                <a:cubicBezTo>
                  <a:pt x="7632" y="220691"/>
                  <a:pt x="-1215" y="15166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8163696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C26BCB-7E66-F734-AC6B-8CFE3FCA3F90}"/>
              </a:ext>
            </a:extLst>
          </p:cNvPr>
          <p:cNvSpPr/>
          <p:nvPr/>
        </p:nvSpPr>
        <p:spPr>
          <a:xfrm>
            <a:off x="4915142" y="8848272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97591" y="-6012"/>
                  <a:pt x="181720" y="-3338"/>
                  <a:pt x="293949" y="0"/>
                </a:cubicBezTo>
                <a:cubicBezTo>
                  <a:pt x="279387" y="108638"/>
                  <a:pt x="299079" y="280343"/>
                  <a:pt x="293949" y="350790"/>
                </a:cubicBezTo>
                <a:cubicBezTo>
                  <a:pt x="163984" y="348419"/>
                  <a:pt x="135182" y="353451"/>
                  <a:pt x="0" y="350790"/>
                </a:cubicBezTo>
                <a:cubicBezTo>
                  <a:pt x="-13951" y="253653"/>
                  <a:pt x="14159" y="157998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41264" y="4569"/>
                  <a:pt x="166052" y="-10293"/>
                  <a:pt x="293949" y="0"/>
                </a:cubicBezTo>
                <a:cubicBezTo>
                  <a:pt x="306887" y="81011"/>
                  <a:pt x="298748" y="206727"/>
                  <a:pt x="293949" y="350790"/>
                </a:cubicBezTo>
                <a:cubicBezTo>
                  <a:pt x="195713" y="346709"/>
                  <a:pt x="76129" y="339557"/>
                  <a:pt x="0" y="350790"/>
                </a:cubicBezTo>
                <a:cubicBezTo>
                  <a:pt x="-295" y="229700"/>
                  <a:pt x="2323" y="13980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69710524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06D257-CF3F-DB42-7F91-9F1460B7DE3B}"/>
              </a:ext>
            </a:extLst>
          </p:cNvPr>
          <p:cNvSpPr/>
          <p:nvPr/>
        </p:nvSpPr>
        <p:spPr>
          <a:xfrm>
            <a:off x="5000867" y="893399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64996" y="11069"/>
                  <a:pt x="182457" y="-1320"/>
                  <a:pt x="293949" y="0"/>
                </a:cubicBezTo>
                <a:cubicBezTo>
                  <a:pt x="311101" y="118370"/>
                  <a:pt x="300077" y="269380"/>
                  <a:pt x="293949" y="350790"/>
                </a:cubicBezTo>
                <a:cubicBezTo>
                  <a:pt x="208650" y="355872"/>
                  <a:pt x="72918" y="361913"/>
                  <a:pt x="0" y="350790"/>
                </a:cubicBezTo>
                <a:cubicBezTo>
                  <a:pt x="9407" y="262283"/>
                  <a:pt x="-10111" y="148643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34740" y="-11302"/>
                  <a:pt x="176962" y="-9052"/>
                  <a:pt x="293949" y="0"/>
                </a:cubicBezTo>
                <a:cubicBezTo>
                  <a:pt x="299024" y="70504"/>
                  <a:pt x="284757" y="180596"/>
                  <a:pt x="293949" y="350790"/>
                </a:cubicBezTo>
                <a:cubicBezTo>
                  <a:pt x="224439" y="336203"/>
                  <a:pt x="141415" y="358087"/>
                  <a:pt x="0" y="350790"/>
                </a:cubicBezTo>
                <a:cubicBezTo>
                  <a:pt x="-12627" y="259327"/>
                  <a:pt x="3414" y="9797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4957221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pic>
        <p:nvPicPr>
          <p:cNvPr id="9" name="Picture 2" descr="book icon">
            <a:extLst>
              <a:ext uri="{FF2B5EF4-FFF2-40B4-BE49-F238E27FC236}">
                <a16:creationId xmlns:a16="http://schemas.microsoft.com/office/drawing/2014/main" id="{CBA962D7-B2BA-7599-37D5-E4FBD0ECF8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8" y="8262144"/>
            <a:ext cx="430099" cy="430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book icon">
            <a:extLst>
              <a:ext uri="{FF2B5EF4-FFF2-40B4-BE49-F238E27FC236}">
                <a16:creationId xmlns:a16="http://schemas.microsoft.com/office/drawing/2014/main" id="{7C9645A6-5FBD-7E65-16FB-11032016EA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7225" y="8044561"/>
            <a:ext cx="432632" cy="432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book icon">
            <a:extLst>
              <a:ext uri="{FF2B5EF4-FFF2-40B4-BE49-F238E27FC236}">
                <a16:creationId xmlns:a16="http://schemas.microsoft.com/office/drawing/2014/main" id="{A4DEA36F-AF4F-12E1-0BAD-4DA4967873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2116" y="6692763"/>
            <a:ext cx="1155065" cy="1155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agnifying glass icon">
            <a:extLst>
              <a:ext uri="{FF2B5EF4-FFF2-40B4-BE49-F238E27FC236}">
                <a16:creationId xmlns:a16="http://schemas.microsoft.com/office/drawing/2014/main" id="{0ACB8676-B309-46D2-B85B-A215D34DE2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5328" y="8044561"/>
            <a:ext cx="384175" cy="384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ottle icon">
            <a:extLst>
              <a:ext uri="{FF2B5EF4-FFF2-40B4-BE49-F238E27FC236}">
                <a16:creationId xmlns:a16="http://schemas.microsoft.com/office/drawing/2014/main" id="{039D5F19-0F65-B57E-6937-16EBB1E471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1699" y="8044560"/>
            <a:ext cx="432633" cy="432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wine icon">
            <a:extLst>
              <a:ext uri="{FF2B5EF4-FFF2-40B4-BE49-F238E27FC236}">
                <a16:creationId xmlns:a16="http://schemas.microsoft.com/office/drawing/2014/main" id="{A5C0E5AF-B18A-A199-3423-A4D5606117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1" t="20354" r="48222" b="18610"/>
          <a:stretch>
            <a:fillRect/>
          </a:stretch>
        </p:blipFill>
        <p:spPr bwMode="auto">
          <a:xfrm>
            <a:off x="2081610" y="8129041"/>
            <a:ext cx="170679" cy="331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ear icon">
            <a:extLst>
              <a:ext uri="{FF2B5EF4-FFF2-40B4-BE49-F238E27FC236}">
                <a16:creationId xmlns:a16="http://schemas.microsoft.com/office/drawing/2014/main" id="{9C373A1C-4486-76C2-53D5-2CBB9B0A4E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8011" y="8144027"/>
            <a:ext cx="272256" cy="272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5571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6E637-FD75-57DF-5567-9CAD4375D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2788BA5-9AF7-0781-438A-86E501E17A08}"/>
              </a:ext>
            </a:extLst>
          </p:cNvPr>
          <p:cNvGrpSpPr/>
          <p:nvPr/>
        </p:nvGrpSpPr>
        <p:grpSpPr>
          <a:xfrm>
            <a:off x="1148254" y="1670282"/>
            <a:ext cx="3160510" cy="6858000"/>
            <a:chOff x="1148254" y="1670282"/>
            <a:chExt cx="316051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423D870-E7D8-D7BD-21A0-F4E8CD3312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8254" y="1670282"/>
              <a:ext cx="3160510" cy="6858000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3884D71-48B5-E92E-199A-2D0ACF194D9B}"/>
                </a:ext>
              </a:extLst>
            </p:cNvPr>
            <p:cNvSpPr/>
            <p:nvPr/>
          </p:nvSpPr>
          <p:spPr>
            <a:xfrm>
              <a:off x="1174750" y="8007350"/>
              <a:ext cx="3108325" cy="304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0" name="Picture 4" descr="book icon">
            <a:extLst>
              <a:ext uri="{FF2B5EF4-FFF2-40B4-BE49-F238E27FC236}">
                <a16:creationId xmlns:a16="http://schemas.microsoft.com/office/drawing/2014/main" id="{FF8F24B5-7E94-A186-98B0-282392719C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191" y="8015896"/>
            <a:ext cx="296254" cy="296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agnifying glass icon">
            <a:extLst>
              <a:ext uri="{FF2B5EF4-FFF2-40B4-BE49-F238E27FC236}">
                <a16:creationId xmlns:a16="http://schemas.microsoft.com/office/drawing/2014/main" id="{B5102205-DDA4-A95E-0F95-49210CA4C0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960" y="8058451"/>
            <a:ext cx="253699" cy="253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ottle icon">
            <a:extLst>
              <a:ext uri="{FF2B5EF4-FFF2-40B4-BE49-F238E27FC236}">
                <a16:creationId xmlns:a16="http://schemas.microsoft.com/office/drawing/2014/main" id="{9296E062-A6D9-7301-CBF7-368F6B37C1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3629" y="8007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wine icon">
            <a:extLst>
              <a:ext uri="{FF2B5EF4-FFF2-40B4-BE49-F238E27FC236}">
                <a16:creationId xmlns:a16="http://schemas.microsoft.com/office/drawing/2014/main" id="{1A4D3F2C-8425-C2C6-380A-30B7B37A0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1" t="20354" r="48222" b="18610"/>
          <a:stretch>
            <a:fillRect/>
          </a:stretch>
        </p:blipFill>
        <p:spPr bwMode="auto">
          <a:xfrm>
            <a:off x="2203539" y="8061944"/>
            <a:ext cx="120247" cy="233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ear icon">
            <a:extLst>
              <a:ext uri="{FF2B5EF4-FFF2-40B4-BE49-F238E27FC236}">
                <a16:creationId xmlns:a16="http://schemas.microsoft.com/office/drawing/2014/main" id="{295C9DB8-E2D1-357B-7484-A1031C496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343" y="8069111"/>
            <a:ext cx="196208" cy="196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7125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4C885-0D7E-3E7B-0540-A62E32E2A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B2409AF1-91B2-E293-5BE2-057B097AE483}"/>
              </a:ext>
            </a:extLst>
          </p:cNvPr>
          <p:cNvGrpSpPr/>
          <p:nvPr/>
        </p:nvGrpSpPr>
        <p:grpSpPr>
          <a:xfrm>
            <a:off x="1148254" y="1670282"/>
            <a:ext cx="3160510" cy="6858000"/>
            <a:chOff x="1148254" y="1670282"/>
            <a:chExt cx="316051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2E36F83-E1E6-C6BF-0501-B7EE6DBF1E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8254" y="1670282"/>
              <a:ext cx="3160510" cy="6858000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14B3299-65F3-06ED-47CC-8EAAE1718AEF}"/>
                </a:ext>
              </a:extLst>
            </p:cNvPr>
            <p:cNvSpPr/>
            <p:nvPr/>
          </p:nvSpPr>
          <p:spPr>
            <a:xfrm>
              <a:off x="1174750" y="8007350"/>
              <a:ext cx="3108325" cy="304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0" name="Picture 4" descr="book icon">
            <a:extLst>
              <a:ext uri="{FF2B5EF4-FFF2-40B4-BE49-F238E27FC236}">
                <a16:creationId xmlns:a16="http://schemas.microsoft.com/office/drawing/2014/main" id="{9FC17716-E3FA-F5BA-1B01-88D015321E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191" y="8015896"/>
            <a:ext cx="296254" cy="296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agnifying glass icon">
            <a:extLst>
              <a:ext uri="{FF2B5EF4-FFF2-40B4-BE49-F238E27FC236}">
                <a16:creationId xmlns:a16="http://schemas.microsoft.com/office/drawing/2014/main" id="{4F8055D9-8374-8AE5-9604-3D46F10CB0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960" y="8058451"/>
            <a:ext cx="253699" cy="253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ottle icon">
            <a:extLst>
              <a:ext uri="{FF2B5EF4-FFF2-40B4-BE49-F238E27FC236}">
                <a16:creationId xmlns:a16="http://schemas.microsoft.com/office/drawing/2014/main" id="{8F33425E-6DF0-3B56-9F8D-C55E02B5BF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3629" y="8007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wine icon">
            <a:extLst>
              <a:ext uri="{FF2B5EF4-FFF2-40B4-BE49-F238E27FC236}">
                <a16:creationId xmlns:a16="http://schemas.microsoft.com/office/drawing/2014/main" id="{8896B7B4-8EF2-CBF2-A58E-74A99CC41A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1" t="20354" r="48222" b="18610"/>
          <a:stretch>
            <a:fillRect/>
          </a:stretch>
        </p:blipFill>
        <p:spPr bwMode="auto">
          <a:xfrm>
            <a:off x="2203539" y="8061944"/>
            <a:ext cx="120247" cy="233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5E9EA54B-528B-1589-8D0B-08F43E912F71}"/>
              </a:ext>
            </a:extLst>
          </p:cNvPr>
          <p:cNvGrpSpPr/>
          <p:nvPr/>
        </p:nvGrpSpPr>
        <p:grpSpPr>
          <a:xfrm>
            <a:off x="3774047" y="8050759"/>
            <a:ext cx="132715" cy="244723"/>
            <a:chOff x="4568825" y="3954463"/>
            <a:chExt cx="1343025" cy="2476501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817245A1-8F89-8354-142A-AF72D7B73B9D}"/>
                </a:ext>
              </a:extLst>
            </p:cNvPr>
            <p:cNvSpPr/>
            <p:nvPr/>
          </p:nvSpPr>
          <p:spPr>
            <a:xfrm>
              <a:off x="4568825" y="3954463"/>
              <a:ext cx="1343025" cy="1406525"/>
            </a:xfrm>
            <a:custGeom>
              <a:avLst/>
              <a:gdLst>
                <a:gd name="csX0" fmla="*/ 0 w 1343025"/>
                <a:gd name="csY0" fmla="*/ 0 h 1406525"/>
                <a:gd name="csX1" fmla="*/ 474536 w 1343025"/>
                <a:gd name="csY1" fmla="*/ 0 h 1406525"/>
                <a:gd name="csX2" fmla="*/ 922211 w 1343025"/>
                <a:gd name="csY2" fmla="*/ 0 h 1406525"/>
                <a:gd name="csX3" fmla="*/ 1343025 w 1343025"/>
                <a:gd name="csY3" fmla="*/ 0 h 1406525"/>
                <a:gd name="csX4" fmla="*/ 1202383 w 1343025"/>
                <a:gd name="csY4" fmla="*/ 454776 h 1406525"/>
                <a:gd name="csX5" fmla="*/ 1066091 w 1343025"/>
                <a:gd name="csY5" fmla="*/ 895487 h 1406525"/>
                <a:gd name="csX6" fmla="*/ 908050 w 1343025"/>
                <a:gd name="csY6" fmla="*/ 1406524 h 1406525"/>
                <a:gd name="csX7" fmla="*/ 438150 w 1343025"/>
                <a:gd name="csY7" fmla="*/ 1406524 h 1406525"/>
                <a:gd name="csX8" fmla="*/ 292100 w 1343025"/>
                <a:gd name="csY8" fmla="*/ 937683 h 1406525"/>
                <a:gd name="csX9" fmla="*/ 141669 w 1343025"/>
                <a:gd name="csY9" fmla="*/ 454776 h 1406525"/>
                <a:gd name="csX10" fmla="*/ 0 w 1343025"/>
                <a:gd name="csY10" fmla="*/ 0 h 1406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43025" h="1406525" fill="none" extrusionOk="0">
                  <a:moveTo>
                    <a:pt x="0" y="0"/>
                  </a:moveTo>
                  <a:cubicBezTo>
                    <a:pt x="98207" y="-23324"/>
                    <a:pt x="342943" y="38581"/>
                    <a:pt x="474536" y="0"/>
                  </a:cubicBezTo>
                  <a:cubicBezTo>
                    <a:pt x="606129" y="-38581"/>
                    <a:pt x="756984" y="7428"/>
                    <a:pt x="922211" y="0"/>
                  </a:cubicBezTo>
                  <a:cubicBezTo>
                    <a:pt x="1087439" y="-7428"/>
                    <a:pt x="1168510" y="37467"/>
                    <a:pt x="1343025" y="0"/>
                  </a:cubicBezTo>
                  <a:cubicBezTo>
                    <a:pt x="1349751" y="129588"/>
                    <a:pt x="1246748" y="268901"/>
                    <a:pt x="1202383" y="454776"/>
                  </a:cubicBezTo>
                  <a:cubicBezTo>
                    <a:pt x="1158019" y="640651"/>
                    <a:pt x="1082833" y="727212"/>
                    <a:pt x="1066091" y="895487"/>
                  </a:cubicBezTo>
                  <a:cubicBezTo>
                    <a:pt x="1049349" y="1063762"/>
                    <a:pt x="939486" y="1251192"/>
                    <a:pt x="908050" y="1406524"/>
                  </a:cubicBezTo>
                  <a:cubicBezTo>
                    <a:pt x="677087" y="1427960"/>
                    <a:pt x="624317" y="1385735"/>
                    <a:pt x="438150" y="1406524"/>
                  </a:cubicBezTo>
                  <a:cubicBezTo>
                    <a:pt x="342844" y="1202737"/>
                    <a:pt x="361204" y="1019262"/>
                    <a:pt x="292100" y="937683"/>
                  </a:cubicBezTo>
                  <a:cubicBezTo>
                    <a:pt x="222997" y="856104"/>
                    <a:pt x="211132" y="638665"/>
                    <a:pt x="141669" y="454776"/>
                  </a:cubicBezTo>
                  <a:cubicBezTo>
                    <a:pt x="72205" y="270888"/>
                    <a:pt x="91474" y="101467"/>
                    <a:pt x="0" y="0"/>
                  </a:cubicBezTo>
                  <a:close/>
                </a:path>
                <a:path w="1343025" h="1406525" stroke="0" extrusionOk="0">
                  <a:moveTo>
                    <a:pt x="0" y="0"/>
                  </a:moveTo>
                  <a:cubicBezTo>
                    <a:pt x="200886" y="-3677"/>
                    <a:pt x="233565" y="35963"/>
                    <a:pt x="420814" y="0"/>
                  </a:cubicBezTo>
                  <a:cubicBezTo>
                    <a:pt x="608063" y="-35963"/>
                    <a:pt x="703521" y="4756"/>
                    <a:pt x="855059" y="0"/>
                  </a:cubicBezTo>
                  <a:cubicBezTo>
                    <a:pt x="1006598" y="-4756"/>
                    <a:pt x="1153305" y="19115"/>
                    <a:pt x="1343025" y="0"/>
                  </a:cubicBezTo>
                  <a:cubicBezTo>
                    <a:pt x="1294234" y="181971"/>
                    <a:pt x="1217254" y="275520"/>
                    <a:pt x="1189334" y="496972"/>
                  </a:cubicBezTo>
                  <a:cubicBezTo>
                    <a:pt x="1161414" y="718424"/>
                    <a:pt x="1088574" y="767896"/>
                    <a:pt x="1044342" y="965813"/>
                  </a:cubicBezTo>
                  <a:cubicBezTo>
                    <a:pt x="1000110" y="1163730"/>
                    <a:pt x="927824" y="1255579"/>
                    <a:pt x="908050" y="1406524"/>
                  </a:cubicBezTo>
                  <a:cubicBezTo>
                    <a:pt x="693390" y="1430430"/>
                    <a:pt x="535259" y="1353698"/>
                    <a:pt x="438150" y="1406524"/>
                  </a:cubicBezTo>
                  <a:cubicBezTo>
                    <a:pt x="364377" y="1307359"/>
                    <a:pt x="366156" y="1172585"/>
                    <a:pt x="305245" y="979878"/>
                  </a:cubicBezTo>
                  <a:cubicBezTo>
                    <a:pt x="244334" y="787171"/>
                    <a:pt x="205665" y="642302"/>
                    <a:pt x="150431" y="482907"/>
                  </a:cubicBezTo>
                  <a:cubicBezTo>
                    <a:pt x="95197" y="323512"/>
                    <a:pt x="78544" y="182871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700445973">
                    <a:custGeom>
                      <a:avLst/>
                      <a:gdLst>
                        <a:gd name="csX0" fmla="*/ 0 w 1343025"/>
                        <a:gd name="csY0" fmla="*/ 0 h 1341437"/>
                        <a:gd name="csX1" fmla="*/ 1343025 w 1343025"/>
                        <a:gd name="csY1" fmla="*/ 0 h 1341437"/>
                        <a:gd name="csX2" fmla="*/ 908050 w 1343025"/>
                        <a:gd name="csY2" fmla="*/ 1341437 h 1341437"/>
                        <a:gd name="csX3" fmla="*/ 438150 w 1343025"/>
                        <a:gd name="csY3" fmla="*/ 1341437 h 1341437"/>
                        <a:gd name="csX4" fmla="*/ 0 w 1343025"/>
                        <a:gd name="csY4" fmla="*/ 0 h 134143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1343025" h="1341437">
                          <a:moveTo>
                            <a:pt x="0" y="0"/>
                          </a:moveTo>
                          <a:lnTo>
                            <a:pt x="1343025" y="0"/>
                          </a:lnTo>
                          <a:lnTo>
                            <a:pt x="908050" y="1341437"/>
                          </a:lnTo>
                          <a:lnTo>
                            <a:pt x="438150" y="1341437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6C359AAE-AE64-910F-4244-86C63D09505C}"/>
                </a:ext>
              </a:extLst>
            </p:cNvPr>
            <p:cNvSpPr/>
            <p:nvPr/>
          </p:nvSpPr>
          <p:spPr>
            <a:xfrm>
              <a:off x="4738688" y="5460290"/>
              <a:ext cx="992187" cy="970674"/>
            </a:xfrm>
            <a:custGeom>
              <a:avLst/>
              <a:gdLst>
                <a:gd name="csX0" fmla="*/ 0 w 992187"/>
                <a:gd name="csY0" fmla="*/ 970673 h 970674"/>
                <a:gd name="csX1" fmla="*/ 506015 w 992187"/>
                <a:gd name="csY1" fmla="*/ 970673 h 970674"/>
                <a:gd name="csX2" fmla="*/ 992187 w 992187"/>
                <a:gd name="csY2" fmla="*/ 970673 h 970674"/>
                <a:gd name="csX3" fmla="*/ 862012 w 992187"/>
                <a:gd name="csY3" fmla="*/ 485337 h 970674"/>
                <a:gd name="csX4" fmla="*/ 731837 w 992187"/>
                <a:gd name="csY4" fmla="*/ 0 h 970674"/>
                <a:gd name="csX5" fmla="*/ 254000 w 992187"/>
                <a:gd name="csY5" fmla="*/ 0 h 970674"/>
                <a:gd name="csX6" fmla="*/ 129540 w 992187"/>
                <a:gd name="csY6" fmla="*/ 475630 h 970674"/>
                <a:gd name="csX7" fmla="*/ 0 w 992187"/>
                <a:gd name="csY7" fmla="*/ 970673 h 970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92187" h="970674" fill="none" extrusionOk="0">
                  <a:moveTo>
                    <a:pt x="0" y="970673"/>
                  </a:moveTo>
                  <a:cubicBezTo>
                    <a:pt x="199398" y="914951"/>
                    <a:pt x="381162" y="986307"/>
                    <a:pt x="506015" y="970673"/>
                  </a:cubicBezTo>
                  <a:cubicBezTo>
                    <a:pt x="630869" y="955039"/>
                    <a:pt x="847261" y="997104"/>
                    <a:pt x="992187" y="970673"/>
                  </a:cubicBezTo>
                  <a:cubicBezTo>
                    <a:pt x="919974" y="815730"/>
                    <a:pt x="936779" y="617462"/>
                    <a:pt x="862012" y="485337"/>
                  </a:cubicBezTo>
                  <a:cubicBezTo>
                    <a:pt x="787245" y="353212"/>
                    <a:pt x="838731" y="198914"/>
                    <a:pt x="731837" y="0"/>
                  </a:cubicBezTo>
                  <a:cubicBezTo>
                    <a:pt x="598804" y="12999"/>
                    <a:pt x="445568" y="-45813"/>
                    <a:pt x="254000" y="0"/>
                  </a:cubicBezTo>
                  <a:cubicBezTo>
                    <a:pt x="228358" y="227324"/>
                    <a:pt x="149970" y="346085"/>
                    <a:pt x="129540" y="475630"/>
                  </a:cubicBezTo>
                  <a:cubicBezTo>
                    <a:pt x="109110" y="605175"/>
                    <a:pt x="29359" y="827949"/>
                    <a:pt x="0" y="970673"/>
                  </a:cubicBezTo>
                  <a:close/>
                </a:path>
                <a:path w="992187" h="970674" stroke="0" extrusionOk="0">
                  <a:moveTo>
                    <a:pt x="0" y="970673"/>
                  </a:moveTo>
                  <a:cubicBezTo>
                    <a:pt x="113668" y="952576"/>
                    <a:pt x="268518" y="981441"/>
                    <a:pt x="476250" y="970673"/>
                  </a:cubicBezTo>
                  <a:cubicBezTo>
                    <a:pt x="683982" y="959905"/>
                    <a:pt x="782710" y="1030700"/>
                    <a:pt x="992187" y="970673"/>
                  </a:cubicBezTo>
                  <a:cubicBezTo>
                    <a:pt x="930096" y="779354"/>
                    <a:pt x="965578" y="713368"/>
                    <a:pt x="869823" y="514457"/>
                  </a:cubicBezTo>
                  <a:cubicBezTo>
                    <a:pt x="774067" y="315546"/>
                    <a:pt x="778707" y="122647"/>
                    <a:pt x="731837" y="0"/>
                  </a:cubicBezTo>
                  <a:cubicBezTo>
                    <a:pt x="636089" y="13334"/>
                    <a:pt x="361472" y="-8201"/>
                    <a:pt x="254000" y="0"/>
                  </a:cubicBezTo>
                  <a:cubicBezTo>
                    <a:pt x="252820" y="117774"/>
                    <a:pt x="175731" y="291913"/>
                    <a:pt x="132080" y="465923"/>
                  </a:cubicBezTo>
                  <a:cubicBezTo>
                    <a:pt x="88429" y="639933"/>
                    <a:pt x="27820" y="843652"/>
                    <a:pt x="0" y="970673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2586312744">
                    <a:custGeom>
                      <a:avLst/>
                      <a:gdLst>
                        <a:gd name="csX0" fmla="*/ 0 w 992187"/>
                        <a:gd name="csY0" fmla="*/ 892175 h 892175"/>
                        <a:gd name="csX1" fmla="*/ 992187 w 992187"/>
                        <a:gd name="csY1" fmla="*/ 892175 h 892175"/>
                        <a:gd name="csX2" fmla="*/ 731837 w 992187"/>
                        <a:gd name="csY2" fmla="*/ 0 h 892175"/>
                        <a:gd name="csX3" fmla="*/ 254000 w 992187"/>
                        <a:gd name="csY3" fmla="*/ 0 h 892175"/>
                        <a:gd name="csX4" fmla="*/ 0 w 992187"/>
                        <a:gd name="csY4" fmla="*/ 892175 h 89217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992187" h="892175">
                          <a:moveTo>
                            <a:pt x="0" y="892175"/>
                          </a:moveTo>
                          <a:lnTo>
                            <a:pt x="992187" y="892175"/>
                          </a:lnTo>
                          <a:lnTo>
                            <a:pt x="731837" y="0"/>
                          </a:lnTo>
                          <a:lnTo>
                            <a:pt x="254000" y="0"/>
                          </a:lnTo>
                          <a:lnTo>
                            <a:pt x="0" y="892175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C67F6FA-D32B-C721-8C94-DCE82E9B60D6}"/>
                </a:ext>
              </a:extLst>
            </p:cNvPr>
            <p:cNvSpPr/>
            <p:nvPr/>
          </p:nvSpPr>
          <p:spPr>
            <a:xfrm>
              <a:off x="4960938" y="5357813"/>
              <a:ext cx="554831" cy="95250"/>
            </a:xfrm>
            <a:custGeom>
              <a:avLst/>
              <a:gdLst>
                <a:gd name="csX0" fmla="*/ 554831 w 554831"/>
                <a:gd name="csY0" fmla="*/ 95250 h 95250"/>
                <a:gd name="csX1" fmla="*/ 0 w 554831"/>
                <a:gd name="csY1" fmla="*/ 95250 h 95250"/>
                <a:gd name="csX2" fmla="*/ 0 w 554831"/>
                <a:gd name="csY2" fmla="*/ 0 h 95250"/>
                <a:gd name="csX3" fmla="*/ 554037 w 554831"/>
                <a:gd name="csY3" fmla="*/ 0 h 95250"/>
                <a:gd name="csX4" fmla="*/ 554831 w 554831"/>
                <a:gd name="csY4" fmla="*/ 95250 h 95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54831" h="95250" fill="none" extrusionOk="0">
                  <a:moveTo>
                    <a:pt x="554831" y="95250"/>
                  </a:moveTo>
                  <a:cubicBezTo>
                    <a:pt x="332444" y="156913"/>
                    <a:pt x="186917" y="71339"/>
                    <a:pt x="0" y="95250"/>
                  </a:cubicBezTo>
                  <a:cubicBezTo>
                    <a:pt x="-1144" y="61630"/>
                    <a:pt x="8373" y="29280"/>
                    <a:pt x="0" y="0"/>
                  </a:cubicBezTo>
                  <a:cubicBezTo>
                    <a:pt x="141617" y="-25306"/>
                    <a:pt x="352311" y="39046"/>
                    <a:pt x="554037" y="0"/>
                  </a:cubicBezTo>
                  <a:cubicBezTo>
                    <a:pt x="561506" y="30688"/>
                    <a:pt x="560817" y="62932"/>
                    <a:pt x="554831" y="95250"/>
                  </a:cubicBezTo>
                  <a:close/>
                </a:path>
                <a:path w="554831" h="95250" stroke="0" extrusionOk="0">
                  <a:moveTo>
                    <a:pt x="554831" y="95250"/>
                  </a:moveTo>
                  <a:cubicBezTo>
                    <a:pt x="440892" y="157690"/>
                    <a:pt x="177780" y="72866"/>
                    <a:pt x="0" y="95250"/>
                  </a:cubicBezTo>
                  <a:cubicBezTo>
                    <a:pt x="-6362" y="70765"/>
                    <a:pt x="5752" y="19551"/>
                    <a:pt x="0" y="0"/>
                  </a:cubicBezTo>
                  <a:cubicBezTo>
                    <a:pt x="196818" y="-65538"/>
                    <a:pt x="403890" y="29507"/>
                    <a:pt x="554037" y="0"/>
                  </a:cubicBezTo>
                  <a:cubicBezTo>
                    <a:pt x="555997" y="36420"/>
                    <a:pt x="550048" y="69321"/>
                    <a:pt x="554831" y="9525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510079494">
                    <a:custGeom>
                      <a:avLst/>
                      <a:gdLst>
                        <a:gd name="csX0" fmla="*/ 566737 w 566737"/>
                        <a:gd name="csY0" fmla="*/ 95250 h 95250"/>
                        <a:gd name="csX1" fmla="*/ 0 w 566737"/>
                        <a:gd name="csY1" fmla="*/ 95250 h 95250"/>
                        <a:gd name="csX2" fmla="*/ 0 w 566737"/>
                        <a:gd name="csY2" fmla="*/ 0 h 95250"/>
                        <a:gd name="csX3" fmla="*/ 554037 w 566737"/>
                        <a:gd name="csY3" fmla="*/ 0 h 95250"/>
                        <a:gd name="csX4" fmla="*/ 566737 w 566737"/>
                        <a:gd name="csY4" fmla="*/ 95250 h 95250"/>
                        <a:gd name="csX0" fmla="*/ 554831 w 554831"/>
                        <a:gd name="csY0" fmla="*/ 95250 h 95250"/>
                        <a:gd name="csX1" fmla="*/ 0 w 554831"/>
                        <a:gd name="csY1" fmla="*/ 95250 h 95250"/>
                        <a:gd name="csX2" fmla="*/ 0 w 554831"/>
                        <a:gd name="csY2" fmla="*/ 0 h 95250"/>
                        <a:gd name="csX3" fmla="*/ 554037 w 554831"/>
                        <a:gd name="csY3" fmla="*/ 0 h 95250"/>
                        <a:gd name="csX4" fmla="*/ 554831 w 554831"/>
                        <a:gd name="csY4" fmla="*/ 95250 h 9525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554831" h="95250">
                          <a:moveTo>
                            <a:pt x="554831" y="95250"/>
                          </a:moveTo>
                          <a:lnTo>
                            <a:pt x="0" y="95250"/>
                          </a:lnTo>
                          <a:lnTo>
                            <a:pt x="0" y="0"/>
                          </a:lnTo>
                          <a:lnTo>
                            <a:pt x="554037" y="0"/>
                          </a:lnTo>
                          <a:cubicBezTo>
                            <a:pt x="554302" y="31750"/>
                            <a:pt x="554566" y="63500"/>
                            <a:pt x="554831" y="952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EBEF4EC-A2E8-A113-2DB1-F8F3E35017A1}"/>
              </a:ext>
            </a:extLst>
          </p:cNvPr>
          <p:cNvGrpSpPr/>
          <p:nvPr/>
        </p:nvGrpSpPr>
        <p:grpSpPr>
          <a:xfrm>
            <a:off x="4579383" y="5452578"/>
            <a:ext cx="2097642" cy="2471688"/>
            <a:chOff x="2355939" y="8159750"/>
            <a:chExt cx="258674" cy="304800"/>
          </a:xfrm>
        </p:grpSpPr>
        <p:pic>
          <p:nvPicPr>
            <p:cNvPr id="17" name="Picture 4" descr="bottle icon">
              <a:extLst>
                <a:ext uri="{FF2B5EF4-FFF2-40B4-BE49-F238E27FC236}">
                  <a16:creationId xmlns:a16="http://schemas.microsoft.com/office/drawing/2014/main" id="{7E058B34-4896-E1C9-790B-FF4B9CFBB9D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8286"/>
            <a:stretch>
              <a:fillRect/>
            </a:stretch>
          </p:blipFill>
          <p:spPr bwMode="auto">
            <a:xfrm>
              <a:off x="2396029" y="8159750"/>
              <a:ext cx="218584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6" descr="wine icon">
              <a:extLst>
                <a:ext uri="{FF2B5EF4-FFF2-40B4-BE49-F238E27FC236}">
                  <a16:creationId xmlns:a16="http://schemas.microsoft.com/office/drawing/2014/main" id="{2725FE82-2C3A-A114-FA31-500AC3B7E1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51" t="20354" r="48222" b="18610"/>
            <a:stretch>
              <a:fillRect/>
            </a:stretch>
          </p:blipFill>
          <p:spPr bwMode="auto">
            <a:xfrm>
              <a:off x="2355939" y="8214344"/>
              <a:ext cx="120247" cy="2335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0DC6104-DCD0-F843-D9B1-C9D35D715912}"/>
              </a:ext>
            </a:extLst>
          </p:cNvPr>
          <p:cNvGrpSpPr/>
          <p:nvPr/>
        </p:nvGrpSpPr>
        <p:grpSpPr>
          <a:xfrm>
            <a:off x="4170490" y="8446118"/>
            <a:ext cx="817785" cy="1507975"/>
            <a:chOff x="4568825" y="3954463"/>
            <a:chExt cx="1343025" cy="2476501"/>
          </a:xfrm>
          <a:noFill/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2E44783-03C1-51E0-A296-380EC8DBCAF2}"/>
                </a:ext>
              </a:extLst>
            </p:cNvPr>
            <p:cNvSpPr/>
            <p:nvPr/>
          </p:nvSpPr>
          <p:spPr>
            <a:xfrm>
              <a:off x="4568825" y="3954463"/>
              <a:ext cx="1343025" cy="1406525"/>
            </a:xfrm>
            <a:custGeom>
              <a:avLst/>
              <a:gdLst>
                <a:gd name="csX0" fmla="*/ 0 w 1343025"/>
                <a:gd name="csY0" fmla="*/ 0 h 1406525"/>
                <a:gd name="csX1" fmla="*/ 474536 w 1343025"/>
                <a:gd name="csY1" fmla="*/ 0 h 1406525"/>
                <a:gd name="csX2" fmla="*/ 922211 w 1343025"/>
                <a:gd name="csY2" fmla="*/ 0 h 1406525"/>
                <a:gd name="csX3" fmla="*/ 1343025 w 1343025"/>
                <a:gd name="csY3" fmla="*/ 0 h 1406525"/>
                <a:gd name="csX4" fmla="*/ 1202383 w 1343025"/>
                <a:gd name="csY4" fmla="*/ 454776 h 1406525"/>
                <a:gd name="csX5" fmla="*/ 1066091 w 1343025"/>
                <a:gd name="csY5" fmla="*/ 895487 h 1406525"/>
                <a:gd name="csX6" fmla="*/ 908050 w 1343025"/>
                <a:gd name="csY6" fmla="*/ 1406524 h 1406525"/>
                <a:gd name="csX7" fmla="*/ 438150 w 1343025"/>
                <a:gd name="csY7" fmla="*/ 1406524 h 1406525"/>
                <a:gd name="csX8" fmla="*/ 292100 w 1343025"/>
                <a:gd name="csY8" fmla="*/ 937683 h 1406525"/>
                <a:gd name="csX9" fmla="*/ 141669 w 1343025"/>
                <a:gd name="csY9" fmla="*/ 454776 h 1406525"/>
                <a:gd name="csX10" fmla="*/ 0 w 1343025"/>
                <a:gd name="csY10" fmla="*/ 0 h 1406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43025" h="1406525" fill="none" extrusionOk="0">
                  <a:moveTo>
                    <a:pt x="0" y="0"/>
                  </a:moveTo>
                  <a:cubicBezTo>
                    <a:pt x="98207" y="-23324"/>
                    <a:pt x="342943" y="38581"/>
                    <a:pt x="474536" y="0"/>
                  </a:cubicBezTo>
                  <a:cubicBezTo>
                    <a:pt x="606129" y="-38581"/>
                    <a:pt x="756984" y="7428"/>
                    <a:pt x="922211" y="0"/>
                  </a:cubicBezTo>
                  <a:cubicBezTo>
                    <a:pt x="1087439" y="-7428"/>
                    <a:pt x="1168510" y="37467"/>
                    <a:pt x="1343025" y="0"/>
                  </a:cubicBezTo>
                  <a:cubicBezTo>
                    <a:pt x="1349751" y="129588"/>
                    <a:pt x="1246748" y="268901"/>
                    <a:pt x="1202383" y="454776"/>
                  </a:cubicBezTo>
                  <a:cubicBezTo>
                    <a:pt x="1158019" y="640651"/>
                    <a:pt x="1082833" y="727212"/>
                    <a:pt x="1066091" y="895487"/>
                  </a:cubicBezTo>
                  <a:cubicBezTo>
                    <a:pt x="1049349" y="1063762"/>
                    <a:pt x="939486" y="1251192"/>
                    <a:pt x="908050" y="1406524"/>
                  </a:cubicBezTo>
                  <a:cubicBezTo>
                    <a:pt x="677087" y="1427960"/>
                    <a:pt x="624317" y="1385735"/>
                    <a:pt x="438150" y="1406524"/>
                  </a:cubicBezTo>
                  <a:cubicBezTo>
                    <a:pt x="342844" y="1202737"/>
                    <a:pt x="361204" y="1019262"/>
                    <a:pt x="292100" y="937683"/>
                  </a:cubicBezTo>
                  <a:cubicBezTo>
                    <a:pt x="222997" y="856104"/>
                    <a:pt x="211132" y="638665"/>
                    <a:pt x="141669" y="454776"/>
                  </a:cubicBezTo>
                  <a:cubicBezTo>
                    <a:pt x="72205" y="270888"/>
                    <a:pt x="91474" y="101467"/>
                    <a:pt x="0" y="0"/>
                  </a:cubicBezTo>
                  <a:close/>
                </a:path>
                <a:path w="1343025" h="1406525" stroke="0" extrusionOk="0">
                  <a:moveTo>
                    <a:pt x="0" y="0"/>
                  </a:moveTo>
                  <a:cubicBezTo>
                    <a:pt x="200886" y="-3677"/>
                    <a:pt x="233565" y="35963"/>
                    <a:pt x="420814" y="0"/>
                  </a:cubicBezTo>
                  <a:cubicBezTo>
                    <a:pt x="608063" y="-35963"/>
                    <a:pt x="703521" y="4756"/>
                    <a:pt x="855059" y="0"/>
                  </a:cubicBezTo>
                  <a:cubicBezTo>
                    <a:pt x="1006598" y="-4756"/>
                    <a:pt x="1153305" y="19115"/>
                    <a:pt x="1343025" y="0"/>
                  </a:cubicBezTo>
                  <a:cubicBezTo>
                    <a:pt x="1294234" y="181971"/>
                    <a:pt x="1217254" y="275520"/>
                    <a:pt x="1189334" y="496972"/>
                  </a:cubicBezTo>
                  <a:cubicBezTo>
                    <a:pt x="1161414" y="718424"/>
                    <a:pt x="1088574" y="767896"/>
                    <a:pt x="1044342" y="965813"/>
                  </a:cubicBezTo>
                  <a:cubicBezTo>
                    <a:pt x="1000110" y="1163730"/>
                    <a:pt x="927824" y="1255579"/>
                    <a:pt x="908050" y="1406524"/>
                  </a:cubicBezTo>
                  <a:cubicBezTo>
                    <a:pt x="693390" y="1430430"/>
                    <a:pt x="535259" y="1353698"/>
                    <a:pt x="438150" y="1406524"/>
                  </a:cubicBezTo>
                  <a:cubicBezTo>
                    <a:pt x="364377" y="1307359"/>
                    <a:pt x="366156" y="1172585"/>
                    <a:pt x="305245" y="979878"/>
                  </a:cubicBezTo>
                  <a:cubicBezTo>
                    <a:pt x="244334" y="787171"/>
                    <a:pt x="205665" y="642302"/>
                    <a:pt x="150431" y="482907"/>
                  </a:cubicBezTo>
                  <a:cubicBezTo>
                    <a:pt x="95197" y="323512"/>
                    <a:pt x="78544" y="182871"/>
                    <a:pt x="0" y="0"/>
                  </a:cubicBezTo>
                  <a:close/>
                </a:path>
              </a:pathLst>
            </a:custGeom>
            <a:grpFill/>
            <a:ln w="28575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700445973">
                    <a:custGeom>
                      <a:avLst/>
                      <a:gdLst>
                        <a:gd name="csX0" fmla="*/ 0 w 1343025"/>
                        <a:gd name="csY0" fmla="*/ 0 h 1341437"/>
                        <a:gd name="csX1" fmla="*/ 1343025 w 1343025"/>
                        <a:gd name="csY1" fmla="*/ 0 h 1341437"/>
                        <a:gd name="csX2" fmla="*/ 908050 w 1343025"/>
                        <a:gd name="csY2" fmla="*/ 1341437 h 1341437"/>
                        <a:gd name="csX3" fmla="*/ 438150 w 1343025"/>
                        <a:gd name="csY3" fmla="*/ 1341437 h 1341437"/>
                        <a:gd name="csX4" fmla="*/ 0 w 1343025"/>
                        <a:gd name="csY4" fmla="*/ 0 h 134143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1343025" h="1341437">
                          <a:moveTo>
                            <a:pt x="0" y="0"/>
                          </a:moveTo>
                          <a:lnTo>
                            <a:pt x="1343025" y="0"/>
                          </a:lnTo>
                          <a:lnTo>
                            <a:pt x="908050" y="1341437"/>
                          </a:lnTo>
                          <a:lnTo>
                            <a:pt x="438150" y="1341437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7E97381-5F6B-4F66-A9A8-BEE4F62D66A2}"/>
                </a:ext>
              </a:extLst>
            </p:cNvPr>
            <p:cNvSpPr/>
            <p:nvPr/>
          </p:nvSpPr>
          <p:spPr>
            <a:xfrm>
              <a:off x="4738688" y="5460290"/>
              <a:ext cx="992187" cy="970674"/>
            </a:xfrm>
            <a:custGeom>
              <a:avLst/>
              <a:gdLst>
                <a:gd name="csX0" fmla="*/ 0 w 992187"/>
                <a:gd name="csY0" fmla="*/ 970673 h 970674"/>
                <a:gd name="csX1" fmla="*/ 506015 w 992187"/>
                <a:gd name="csY1" fmla="*/ 970673 h 970674"/>
                <a:gd name="csX2" fmla="*/ 992187 w 992187"/>
                <a:gd name="csY2" fmla="*/ 970673 h 970674"/>
                <a:gd name="csX3" fmla="*/ 862012 w 992187"/>
                <a:gd name="csY3" fmla="*/ 485337 h 970674"/>
                <a:gd name="csX4" fmla="*/ 731837 w 992187"/>
                <a:gd name="csY4" fmla="*/ 0 h 970674"/>
                <a:gd name="csX5" fmla="*/ 254000 w 992187"/>
                <a:gd name="csY5" fmla="*/ 0 h 970674"/>
                <a:gd name="csX6" fmla="*/ 129540 w 992187"/>
                <a:gd name="csY6" fmla="*/ 475630 h 970674"/>
                <a:gd name="csX7" fmla="*/ 0 w 992187"/>
                <a:gd name="csY7" fmla="*/ 970673 h 970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92187" h="970674" fill="none" extrusionOk="0">
                  <a:moveTo>
                    <a:pt x="0" y="970673"/>
                  </a:moveTo>
                  <a:cubicBezTo>
                    <a:pt x="199398" y="914951"/>
                    <a:pt x="381162" y="986307"/>
                    <a:pt x="506015" y="970673"/>
                  </a:cubicBezTo>
                  <a:cubicBezTo>
                    <a:pt x="630869" y="955039"/>
                    <a:pt x="847261" y="997104"/>
                    <a:pt x="992187" y="970673"/>
                  </a:cubicBezTo>
                  <a:cubicBezTo>
                    <a:pt x="919974" y="815730"/>
                    <a:pt x="936779" y="617462"/>
                    <a:pt x="862012" y="485337"/>
                  </a:cubicBezTo>
                  <a:cubicBezTo>
                    <a:pt x="787245" y="353212"/>
                    <a:pt x="838731" y="198914"/>
                    <a:pt x="731837" y="0"/>
                  </a:cubicBezTo>
                  <a:cubicBezTo>
                    <a:pt x="598804" y="12999"/>
                    <a:pt x="445568" y="-45813"/>
                    <a:pt x="254000" y="0"/>
                  </a:cubicBezTo>
                  <a:cubicBezTo>
                    <a:pt x="228358" y="227324"/>
                    <a:pt x="149970" y="346085"/>
                    <a:pt x="129540" y="475630"/>
                  </a:cubicBezTo>
                  <a:cubicBezTo>
                    <a:pt x="109110" y="605175"/>
                    <a:pt x="29359" y="827949"/>
                    <a:pt x="0" y="970673"/>
                  </a:cubicBezTo>
                  <a:close/>
                </a:path>
                <a:path w="992187" h="970674" stroke="0" extrusionOk="0">
                  <a:moveTo>
                    <a:pt x="0" y="970673"/>
                  </a:moveTo>
                  <a:cubicBezTo>
                    <a:pt x="113668" y="952576"/>
                    <a:pt x="268518" y="981441"/>
                    <a:pt x="476250" y="970673"/>
                  </a:cubicBezTo>
                  <a:cubicBezTo>
                    <a:pt x="683982" y="959905"/>
                    <a:pt x="782710" y="1030700"/>
                    <a:pt x="992187" y="970673"/>
                  </a:cubicBezTo>
                  <a:cubicBezTo>
                    <a:pt x="930096" y="779354"/>
                    <a:pt x="965578" y="713368"/>
                    <a:pt x="869823" y="514457"/>
                  </a:cubicBezTo>
                  <a:cubicBezTo>
                    <a:pt x="774067" y="315546"/>
                    <a:pt x="778707" y="122647"/>
                    <a:pt x="731837" y="0"/>
                  </a:cubicBezTo>
                  <a:cubicBezTo>
                    <a:pt x="636089" y="13334"/>
                    <a:pt x="361472" y="-8201"/>
                    <a:pt x="254000" y="0"/>
                  </a:cubicBezTo>
                  <a:cubicBezTo>
                    <a:pt x="252820" y="117774"/>
                    <a:pt x="175731" y="291913"/>
                    <a:pt x="132080" y="465923"/>
                  </a:cubicBezTo>
                  <a:cubicBezTo>
                    <a:pt x="88429" y="639933"/>
                    <a:pt x="27820" y="843652"/>
                    <a:pt x="0" y="970673"/>
                  </a:cubicBezTo>
                  <a:close/>
                </a:path>
              </a:pathLst>
            </a:custGeom>
            <a:grpFill/>
            <a:ln w="28575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2586312744">
                    <a:custGeom>
                      <a:avLst/>
                      <a:gdLst>
                        <a:gd name="csX0" fmla="*/ 0 w 992187"/>
                        <a:gd name="csY0" fmla="*/ 892175 h 892175"/>
                        <a:gd name="csX1" fmla="*/ 992187 w 992187"/>
                        <a:gd name="csY1" fmla="*/ 892175 h 892175"/>
                        <a:gd name="csX2" fmla="*/ 731837 w 992187"/>
                        <a:gd name="csY2" fmla="*/ 0 h 892175"/>
                        <a:gd name="csX3" fmla="*/ 254000 w 992187"/>
                        <a:gd name="csY3" fmla="*/ 0 h 892175"/>
                        <a:gd name="csX4" fmla="*/ 0 w 992187"/>
                        <a:gd name="csY4" fmla="*/ 892175 h 89217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992187" h="892175">
                          <a:moveTo>
                            <a:pt x="0" y="892175"/>
                          </a:moveTo>
                          <a:lnTo>
                            <a:pt x="992187" y="892175"/>
                          </a:lnTo>
                          <a:lnTo>
                            <a:pt x="731837" y="0"/>
                          </a:lnTo>
                          <a:lnTo>
                            <a:pt x="254000" y="0"/>
                          </a:lnTo>
                          <a:lnTo>
                            <a:pt x="0" y="892175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BAAA7AE0-8C8E-6C08-7E1E-390115874F7E}"/>
                </a:ext>
              </a:extLst>
            </p:cNvPr>
            <p:cNvSpPr/>
            <p:nvPr/>
          </p:nvSpPr>
          <p:spPr>
            <a:xfrm>
              <a:off x="4960938" y="5357813"/>
              <a:ext cx="554831" cy="95250"/>
            </a:xfrm>
            <a:custGeom>
              <a:avLst/>
              <a:gdLst>
                <a:gd name="csX0" fmla="*/ 554831 w 554831"/>
                <a:gd name="csY0" fmla="*/ 95250 h 95250"/>
                <a:gd name="csX1" fmla="*/ 0 w 554831"/>
                <a:gd name="csY1" fmla="*/ 95250 h 95250"/>
                <a:gd name="csX2" fmla="*/ 0 w 554831"/>
                <a:gd name="csY2" fmla="*/ 0 h 95250"/>
                <a:gd name="csX3" fmla="*/ 554037 w 554831"/>
                <a:gd name="csY3" fmla="*/ 0 h 95250"/>
                <a:gd name="csX4" fmla="*/ 554831 w 554831"/>
                <a:gd name="csY4" fmla="*/ 95250 h 95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54831" h="95250" fill="none" extrusionOk="0">
                  <a:moveTo>
                    <a:pt x="554831" y="95250"/>
                  </a:moveTo>
                  <a:cubicBezTo>
                    <a:pt x="332444" y="156913"/>
                    <a:pt x="186917" y="71339"/>
                    <a:pt x="0" y="95250"/>
                  </a:cubicBezTo>
                  <a:cubicBezTo>
                    <a:pt x="-1144" y="61630"/>
                    <a:pt x="8373" y="29280"/>
                    <a:pt x="0" y="0"/>
                  </a:cubicBezTo>
                  <a:cubicBezTo>
                    <a:pt x="141617" y="-25306"/>
                    <a:pt x="352311" y="39046"/>
                    <a:pt x="554037" y="0"/>
                  </a:cubicBezTo>
                  <a:cubicBezTo>
                    <a:pt x="561506" y="30688"/>
                    <a:pt x="560817" y="62932"/>
                    <a:pt x="554831" y="95250"/>
                  </a:cubicBezTo>
                  <a:close/>
                </a:path>
                <a:path w="554831" h="95250" stroke="0" extrusionOk="0">
                  <a:moveTo>
                    <a:pt x="554831" y="95250"/>
                  </a:moveTo>
                  <a:cubicBezTo>
                    <a:pt x="440892" y="157690"/>
                    <a:pt x="177780" y="72866"/>
                    <a:pt x="0" y="95250"/>
                  </a:cubicBezTo>
                  <a:cubicBezTo>
                    <a:pt x="-6362" y="70765"/>
                    <a:pt x="5752" y="19551"/>
                    <a:pt x="0" y="0"/>
                  </a:cubicBezTo>
                  <a:cubicBezTo>
                    <a:pt x="196818" y="-65538"/>
                    <a:pt x="403890" y="29507"/>
                    <a:pt x="554037" y="0"/>
                  </a:cubicBezTo>
                  <a:cubicBezTo>
                    <a:pt x="555997" y="36420"/>
                    <a:pt x="550048" y="69321"/>
                    <a:pt x="554831" y="95250"/>
                  </a:cubicBezTo>
                  <a:close/>
                </a:path>
              </a:pathLst>
            </a:custGeom>
            <a:solidFill>
              <a:schemeClr val="tx1"/>
            </a:solidFill>
            <a:ln w="127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510079494">
                    <a:custGeom>
                      <a:avLst/>
                      <a:gdLst>
                        <a:gd name="csX0" fmla="*/ 566737 w 566737"/>
                        <a:gd name="csY0" fmla="*/ 95250 h 95250"/>
                        <a:gd name="csX1" fmla="*/ 0 w 566737"/>
                        <a:gd name="csY1" fmla="*/ 95250 h 95250"/>
                        <a:gd name="csX2" fmla="*/ 0 w 566737"/>
                        <a:gd name="csY2" fmla="*/ 0 h 95250"/>
                        <a:gd name="csX3" fmla="*/ 554037 w 566737"/>
                        <a:gd name="csY3" fmla="*/ 0 h 95250"/>
                        <a:gd name="csX4" fmla="*/ 566737 w 566737"/>
                        <a:gd name="csY4" fmla="*/ 95250 h 95250"/>
                        <a:gd name="csX0" fmla="*/ 554831 w 554831"/>
                        <a:gd name="csY0" fmla="*/ 95250 h 95250"/>
                        <a:gd name="csX1" fmla="*/ 0 w 554831"/>
                        <a:gd name="csY1" fmla="*/ 95250 h 95250"/>
                        <a:gd name="csX2" fmla="*/ 0 w 554831"/>
                        <a:gd name="csY2" fmla="*/ 0 h 95250"/>
                        <a:gd name="csX3" fmla="*/ 554037 w 554831"/>
                        <a:gd name="csY3" fmla="*/ 0 h 95250"/>
                        <a:gd name="csX4" fmla="*/ 554831 w 554831"/>
                        <a:gd name="csY4" fmla="*/ 95250 h 9525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554831" h="95250">
                          <a:moveTo>
                            <a:pt x="554831" y="95250"/>
                          </a:moveTo>
                          <a:lnTo>
                            <a:pt x="0" y="95250"/>
                          </a:lnTo>
                          <a:lnTo>
                            <a:pt x="0" y="0"/>
                          </a:lnTo>
                          <a:lnTo>
                            <a:pt x="554037" y="0"/>
                          </a:lnTo>
                          <a:cubicBezTo>
                            <a:pt x="554302" y="31750"/>
                            <a:pt x="554566" y="63500"/>
                            <a:pt x="554831" y="952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902EF474-E2D0-821C-1D5D-E2E8CBDA9DF6}"/>
              </a:ext>
            </a:extLst>
          </p:cNvPr>
          <p:cNvSpPr/>
          <p:nvPr/>
        </p:nvSpPr>
        <p:spPr>
          <a:xfrm rot="21321181">
            <a:off x="4558797" y="3458035"/>
            <a:ext cx="1664026" cy="1451926"/>
          </a:xfrm>
          <a:custGeom>
            <a:avLst/>
            <a:gdLst>
              <a:gd name="csX0" fmla="*/ 0 w 1664026"/>
              <a:gd name="csY0" fmla="*/ 0 h 1451926"/>
              <a:gd name="csX1" fmla="*/ 554675 w 1664026"/>
              <a:gd name="csY1" fmla="*/ 0 h 1451926"/>
              <a:gd name="csX2" fmla="*/ 1142631 w 1664026"/>
              <a:gd name="csY2" fmla="*/ 0 h 1451926"/>
              <a:gd name="csX3" fmla="*/ 1664026 w 1664026"/>
              <a:gd name="csY3" fmla="*/ 0 h 1451926"/>
              <a:gd name="csX4" fmla="*/ 1664026 w 1664026"/>
              <a:gd name="csY4" fmla="*/ 483975 h 1451926"/>
              <a:gd name="csX5" fmla="*/ 1664026 w 1664026"/>
              <a:gd name="csY5" fmla="*/ 924393 h 1451926"/>
              <a:gd name="csX6" fmla="*/ 1664026 w 1664026"/>
              <a:gd name="csY6" fmla="*/ 1451926 h 1451926"/>
              <a:gd name="csX7" fmla="*/ 1125991 w 1664026"/>
              <a:gd name="csY7" fmla="*/ 1451926 h 1451926"/>
              <a:gd name="csX8" fmla="*/ 587956 w 1664026"/>
              <a:gd name="csY8" fmla="*/ 1451926 h 1451926"/>
              <a:gd name="csX9" fmla="*/ 0 w 1664026"/>
              <a:gd name="csY9" fmla="*/ 1451926 h 1451926"/>
              <a:gd name="csX10" fmla="*/ 0 w 1664026"/>
              <a:gd name="csY10" fmla="*/ 967951 h 1451926"/>
              <a:gd name="csX11" fmla="*/ 0 w 1664026"/>
              <a:gd name="csY11" fmla="*/ 469456 h 1451926"/>
              <a:gd name="csX12" fmla="*/ 0 w 1664026"/>
              <a:gd name="csY12" fmla="*/ 0 h 14519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664026" h="1451926" fill="none" extrusionOk="0">
                <a:moveTo>
                  <a:pt x="0" y="0"/>
                </a:moveTo>
                <a:cubicBezTo>
                  <a:pt x="143554" y="372"/>
                  <a:pt x="300797" y="21907"/>
                  <a:pt x="554675" y="0"/>
                </a:cubicBezTo>
                <a:cubicBezTo>
                  <a:pt x="808554" y="-21907"/>
                  <a:pt x="1008613" y="-27675"/>
                  <a:pt x="1142631" y="0"/>
                </a:cubicBezTo>
                <a:cubicBezTo>
                  <a:pt x="1276649" y="27675"/>
                  <a:pt x="1450214" y="-15431"/>
                  <a:pt x="1664026" y="0"/>
                </a:cubicBezTo>
                <a:cubicBezTo>
                  <a:pt x="1680532" y="102474"/>
                  <a:pt x="1681393" y="306747"/>
                  <a:pt x="1664026" y="483975"/>
                </a:cubicBezTo>
                <a:cubicBezTo>
                  <a:pt x="1646659" y="661204"/>
                  <a:pt x="1675938" y="718532"/>
                  <a:pt x="1664026" y="924393"/>
                </a:cubicBezTo>
                <a:cubicBezTo>
                  <a:pt x="1652114" y="1130254"/>
                  <a:pt x="1647240" y="1320002"/>
                  <a:pt x="1664026" y="1451926"/>
                </a:cubicBezTo>
                <a:cubicBezTo>
                  <a:pt x="1466025" y="1430478"/>
                  <a:pt x="1346692" y="1435243"/>
                  <a:pt x="1125991" y="1451926"/>
                </a:cubicBezTo>
                <a:cubicBezTo>
                  <a:pt x="905291" y="1468609"/>
                  <a:pt x="753465" y="1439686"/>
                  <a:pt x="587956" y="1451926"/>
                </a:cubicBezTo>
                <a:cubicBezTo>
                  <a:pt x="422448" y="1464166"/>
                  <a:pt x="263320" y="1452281"/>
                  <a:pt x="0" y="1451926"/>
                </a:cubicBezTo>
                <a:cubicBezTo>
                  <a:pt x="3376" y="1339274"/>
                  <a:pt x="10933" y="1079928"/>
                  <a:pt x="0" y="967951"/>
                </a:cubicBezTo>
                <a:cubicBezTo>
                  <a:pt x="-10933" y="855975"/>
                  <a:pt x="4392" y="575952"/>
                  <a:pt x="0" y="469456"/>
                </a:cubicBezTo>
                <a:cubicBezTo>
                  <a:pt x="-4392" y="362960"/>
                  <a:pt x="-3140" y="189518"/>
                  <a:pt x="0" y="0"/>
                </a:cubicBezTo>
                <a:close/>
              </a:path>
              <a:path w="1664026" h="1451926" stroke="0" extrusionOk="0">
                <a:moveTo>
                  <a:pt x="0" y="0"/>
                </a:moveTo>
                <a:cubicBezTo>
                  <a:pt x="132413" y="-5362"/>
                  <a:pt x="394807" y="-16265"/>
                  <a:pt x="554675" y="0"/>
                </a:cubicBezTo>
                <a:cubicBezTo>
                  <a:pt x="714543" y="16265"/>
                  <a:pt x="950320" y="23038"/>
                  <a:pt x="1076070" y="0"/>
                </a:cubicBezTo>
                <a:cubicBezTo>
                  <a:pt x="1201821" y="-23038"/>
                  <a:pt x="1389618" y="-11282"/>
                  <a:pt x="1664026" y="0"/>
                </a:cubicBezTo>
                <a:cubicBezTo>
                  <a:pt x="1670553" y="186117"/>
                  <a:pt x="1647465" y="241409"/>
                  <a:pt x="1664026" y="454937"/>
                </a:cubicBezTo>
                <a:cubicBezTo>
                  <a:pt x="1680587" y="668465"/>
                  <a:pt x="1661148" y="734687"/>
                  <a:pt x="1664026" y="909874"/>
                </a:cubicBezTo>
                <a:cubicBezTo>
                  <a:pt x="1666904" y="1085061"/>
                  <a:pt x="1663025" y="1247685"/>
                  <a:pt x="1664026" y="1451926"/>
                </a:cubicBezTo>
                <a:cubicBezTo>
                  <a:pt x="1455379" y="1469005"/>
                  <a:pt x="1313525" y="1446576"/>
                  <a:pt x="1159271" y="1451926"/>
                </a:cubicBezTo>
                <a:cubicBezTo>
                  <a:pt x="1005018" y="1457276"/>
                  <a:pt x="775663" y="1458529"/>
                  <a:pt x="587956" y="1451926"/>
                </a:cubicBezTo>
                <a:cubicBezTo>
                  <a:pt x="400249" y="1445323"/>
                  <a:pt x="266456" y="1450793"/>
                  <a:pt x="0" y="1451926"/>
                </a:cubicBezTo>
                <a:cubicBezTo>
                  <a:pt x="-24129" y="1205051"/>
                  <a:pt x="-1231" y="1109971"/>
                  <a:pt x="0" y="938912"/>
                </a:cubicBezTo>
                <a:cubicBezTo>
                  <a:pt x="1231" y="767853"/>
                  <a:pt x="17921" y="601121"/>
                  <a:pt x="0" y="454937"/>
                </a:cubicBezTo>
                <a:cubicBezTo>
                  <a:pt x="-17921" y="308754"/>
                  <a:pt x="-2236" y="19943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8163696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A1C502A-3588-4625-D08F-C259A8D7C53E}"/>
              </a:ext>
            </a:extLst>
          </p:cNvPr>
          <p:cNvSpPr/>
          <p:nvPr/>
        </p:nvSpPr>
        <p:spPr>
          <a:xfrm>
            <a:off x="4743454" y="3623103"/>
            <a:ext cx="1664026" cy="1451926"/>
          </a:xfrm>
          <a:custGeom>
            <a:avLst/>
            <a:gdLst>
              <a:gd name="csX0" fmla="*/ 0 w 1664026"/>
              <a:gd name="csY0" fmla="*/ 0 h 1451926"/>
              <a:gd name="csX1" fmla="*/ 554675 w 1664026"/>
              <a:gd name="csY1" fmla="*/ 0 h 1451926"/>
              <a:gd name="csX2" fmla="*/ 1109351 w 1664026"/>
              <a:gd name="csY2" fmla="*/ 0 h 1451926"/>
              <a:gd name="csX3" fmla="*/ 1664026 w 1664026"/>
              <a:gd name="csY3" fmla="*/ 0 h 1451926"/>
              <a:gd name="csX4" fmla="*/ 1664026 w 1664026"/>
              <a:gd name="csY4" fmla="*/ 498495 h 1451926"/>
              <a:gd name="csX5" fmla="*/ 1664026 w 1664026"/>
              <a:gd name="csY5" fmla="*/ 967951 h 1451926"/>
              <a:gd name="csX6" fmla="*/ 1664026 w 1664026"/>
              <a:gd name="csY6" fmla="*/ 1451926 h 1451926"/>
              <a:gd name="csX7" fmla="*/ 1125991 w 1664026"/>
              <a:gd name="csY7" fmla="*/ 1451926 h 1451926"/>
              <a:gd name="csX8" fmla="*/ 538035 w 1664026"/>
              <a:gd name="csY8" fmla="*/ 1451926 h 1451926"/>
              <a:gd name="csX9" fmla="*/ 0 w 1664026"/>
              <a:gd name="csY9" fmla="*/ 1451926 h 1451926"/>
              <a:gd name="csX10" fmla="*/ 0 w 1664026"/>
              <a:gd name="csY10" fmla="*/ 967951 h 1451926"/>
              <a:gd name="csX11" fmla="*/ 0 w 1664026"/>
              <a:gd name="csY11" fmla="*/ 469456 h 1451926"/>
              <a:gd name="csX12" fmla="*/ 0 w 1664026"/>
              <a:gd name="csY12" fmla="*/ 0 h 14519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664026" h="1451926" fill="none" extrusionOk="0">
                <a:moveTo>
                  <a:pt x="0" y="0"/>
                </a:moveTo>
                <a:cubicBezTo>
                  <a:pt x="168921" y="-19558"/>
                  <a:pt x="281393" y="-20423"/>
                  <a:pt x="554675" y="0"/>
                </a:cubicBezTo>
                <a:cubicBezTo>
                  <a:pt x="827957" y="20423"/>
                  <a:pt x="944035" y="19874"/>
                  <a:pt x="1109351" y="0"/>
                </a:cubicBezTo>
                <a:cubicBezTo>
                  <a:pt x="1274667" y="-19874"/>
                  <a:pt x="1465391" y="8652"/>
                  <a:pt x="1664026" y="0"/>
                </a:cubicBezTo>
                <a:cubicBezTo>
                  <a:pt x="1665554" y="147268"/>
                  <a:pt x="1664795" y="378530"/>
                  <a:pt x="1664026" y="498495"/>
                </a:cubicBezTo>
                <a:cubicBezTo>
                  <a:pt x="1663257" y="618461"/>
                  <a:pt x="1663129" y="860570"/>
                  <a:pt x="1664026" y="967951"/>
                </a:cubicBezTo>
                <a:cubicBezTo>
                  <a:pt x="1664923" y="1075332"/>
                  <a:pt x="1665600" y="1233889"/>
                  <a:pt x="1664026" y="1451926"/>
                </a:cubicBezTo>
                <a:cubicBezTo>
                  <a:pt x="1498934" y="1429661"/>
                  <a:pt x="1325989" y="1445461"/>
                  <a:pt x="1125991" y="1451926"/>
                </a:cubicBezTo>
                <a:cubicBezTo>
                  <a:pt x="925994" y="1458391"/>
                  <a:pt x="693102" y="1433721"/>
                  <a:pt x="538035" y="1451926"/>
                </a:cubicBezTo>
                <a:cubicBezTo>
                  <a:pt x="382968" y="1470131"/>
                  <a:pt x="256742" y="1440151"/>
                  <a:pt x="0" y="1451926"/>
                </a:cubicBezTo>
                <a:cubicBezTo>
                  <a:pt x="7007" y="1293310"/>
                  <a:pt x="13886" y="1065442"/>
                  <a:pt x="0" y="967951"/>
                </a:cubicBezTo>
                <a:cubicBezTo>
                  <a:pt x="-13886" y="870460"/>
                  <a:pt x="-3422" y="576714"/>
                  <a:pt x="0" y="469456"/>
                </a:cubicBezTo>
                <a:cubicBezTo>
                  <a:pt x="3422" y="362198"/>
                  <a:pt x="-3576" y="102320"/>
                  <a:pt x="0" y="0"/>
                </a:cubicBezTo>
                <a:close/>
              </a:path>
              <a:path w="1664026" h="1451926" stroke="0" extrusionOk="0">
                <a:moveTo>
                  <a:pt x="0" y="0"/>
                </a:moveTo>
                <a:cubicBezTo>
                  <a:pt x="216631" y="25703"/>
                  <a:pt x="411707" y="17382"/>
                  <a:pt x="554675" y="0"/>
                </a:cubicBezTo>
                <a:cubicBezTo>
                  <a:pt x="697643" y="-17382"/>
                  <a:pt x="971272" y="4518"/>
                  <a:pt x="1109351" y="0"/>
                </a:cubicBezTo>
                <a:cubicBezTo>
                  <a:pt x="1247430" y="-4518"/>
                  <a:pt x="1450659" y="843"/>
                  <a:pt x="1664026" y="0"/>
                </a:cubicBezTo>
                <a:cubicBezTo>
                  <a:pt x="1674680" y="175036"/>
                  <a:pt x="1686456" y="256629"/>
                  <a:pt x="1664026" y="483975"/>
                </a:cubicBezTo>
                <a:cubicBezTo>
                  <a:pt x="1641596" y="711322"/>
                  <a:pt x="1683047" y="764526"/>
                  <a:pt x="1664026" y="982470"/>
                </a:cubicBezTo>
                <a:cubicBezTo>
                  <a:pt x="1645005" y="1200414"/>
                  <a:pt x="1666407" y="1278289"/>
                  <a:pt x="1664026" y="1451926"/>
                </a:cubicBezTo>
                <a:cubicBezTo>
                  <a:pt x="1434909" y="1450886"/>
                  <a:pt x="1198750" y="1478000"/>
                  <a:pt x="1076070" y="1451926"/>
                </a:cubicBezTo>
                <a:cubicBezTo>
                  <a:pt x="953390" y="1425852"/>
                  <a:pt x="735177" y="1466664"/>
                  <a:pt x="488114" y="1451926"/>
                </a:cubicBezTo>
                <a:cubicBezTo>
                  <a:pt x="241051" y="1437188"/>
                  <a:pt x="114730" y="1434579"/>
                  <a:pt x="0" y="1451926"/>
                </a:cubicBezTo>
                <a:cubicBezTo>
                  <a:pt x="20539" y="1306804"/>
                  <a:pt x="-2269" y="1148072"/>
                  <a:pt x="0" y="1011508"/>
                </a:cubicBezTo>
                <a:cubicBezTo>
                  <a:pt x="2269" y="874944"/>
                  <a:pt x="2364" y="658844"/>
                  <a:pt x="0" y="527533"/>
                </a:cubicBezTo>
                <a:cubicBezTo>
                  <a:pt x="-2364" y="396223"/>
                  <a:pt x="-6564" y="11354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69710524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7DDE33-D4BC-F0CE-3B2F-0C09E251E09D}"/>
              </a:ext>
            </a:extLst>
          </p:cNvPr>
          <p:cNvSpPr/>
          <p:nvPr/>
        </p:nvSpPr>
        <p:spPr>
          <a:xfrm rot="323135">
            <a:off x="4968946" y="3790601"/>
            <a:ext cx="1664026" cy="1451926"/>
          </a:xfrm>
          <a:custGeom>
            <a:avLst/>
            <a:gdLst>
              <a:gd name="csX0" fmla="*/ 0 w 1664026"/>
              <a:gd name="csY0" fmla="*/ 0 h 1451926"/>
              <a:gd name="csX1" fmla="*/ 587956 w 1664026"/>
              <a:gd name="csY1" fmla="*/ 0 h 1451926"/>
              <a:gd name="csX2" fmla="*/ 1125991 w 1664026"/>
              <a:gd name="csY2" fmla="*/ 0 h 1451926"/>
              <a:gd name="csX3" fmla="*/ 1664026 w 1664026"/>
              <a:gd name="csY3" fmla="*/ 0 h 1451926"/>
              <a:gd name="csX4" fmla="*/ 1664026 w 1664026"/>
              <a:gd name="csY4" fmla="*/ 513014 h 1451926"/>
              <a:gd name="csX5" fmla="*/ 1664026 w 1664026"/>
              <a:gd name="csY5" fmla="*/ 996989 h 1451926"/>
              <a:gd name="csX6" fmla="*/ 1664026 w 1664026"/>
              <a:gd name="csY6" fmla="*/ 1451926 h 1451926"/>
              <a:gd name="csX7" fmla="*/ 1142631 w 1664026"/>
              <a:gd name="csY7" fmla="*/ 1451926 h 1451926"/>
              <a:gd name="csX8" fmla="*/ 571316 w 1664026"/>
              <a:gd name="csY8" fmla="*/ 1451926 h 1451926"/>
              <a:gd name="csX9" fmla="*/ 0 w 1664026"/>
              <a:gd name="csY9" fmla="*/ 1451926 h 1451926"/>
              <a:gd name="csX10" fmla="*/ 0 w 1664026"/>
              <a:gd name="csY10" fmla="*/ 953431 h 1451926"/>
              <a:gd name="csX11" fmla="*/ 0 w 1664026"/>
              <a:gd name="csY11" fmla="*/ 469456 h 1451926"/>
              <a:gd name="csX12" fmla="*/ 0 w 1664026"/>
              <a:gd name="csY12" fmla="*/ 0 h 14519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664026" h="1451926" fill="none" extrusionOk="0">
                <a:moveTo>
                  <a:pt x="0" y="0"/>
                </a:moveTo>
                <a:cubicBezTo>
                  <a:pt x="195959" y="16231"/>
                  <a:pt x="466056" y="-10004"/>
                  <a:pt x="587956" y="0"/>
                </a:cubicBezTo>
                <a:cubicBezTo>
                  <a:pt x="709856" y="10004"/>
                  <a:pt x="1004358" y="-19605"/>
                  <a:pt x="1125991" y="0"/>
                </a:cubicBezTo>
                <a:cubicBezTo>
                  <a:pt x="1247625" y="19605"/>
                  <a:pt x="1412963" y="635"/>
                  <a:pt x="1664026" y="0"/>
                </a:cubicBezTo>
                <a:cubicBezTo>
                  <a:pt x="1665786" y="162492"/>
                  <a:pt x="1646739" y="380654"/>
                  <a:pt x="1664026" y="513014"/>
                </a:cubicBezTo>
                <a:cubicBezTo>
                  <a:pt x="1681313" y="645374"/>
                  <a:pt x="1656837" y="878408"/>
                  <a:pt x="1664026" y="996989"/>
                </a:cubicBezTo>
                <a:cubicBezTo>
                  <a:pt x="1671215" y="1115570"/>
                  <a:pt x="1672469" y="1329955"/>
                  <a:pt x="1664026" y="1451926"/>
                </a:cubicBezTo>
                <a:cubicBezTo>
                  <a:pt x="1557020" y="1427266"/>
                  <a:pt x="1310853" y="1449303"/>
                  <a:pt x="1142631" y="1451926"/>
                </a:cubicBezTo>
                <a:cubicBezTo>
                  <a:pt x="974409" y="1454549"/>
                  <a:pt x="767398" y="1459727"/>
                  <a:pt x="571316" y="1451926"/>
                </a:cubicBezTo>
                <a:cubicBezTo>
                  <a:pt x="375234" y="1444125"/>
                  <a:pt x="278224" y="1450707"/>
                  <a:pt x="0" y="1451926"/>
                </a:cubicBezTo>
                <a:cubicBezTo>
                  <a:pt x="-10646" y="1327474"/>
                  <a:pt x="-1616" y="1064557"/>
                  <a:pt x="0" y="953431"/>
                </a:cubicBezTo>
                <a:cubicBezTo>
                  <a:pt x="1616" y="842305"/>
                  <a:pt x="23373" y="700307"/>
                  <a:pt x="0" y="469456"/>
                </a:cubicBezTo>
                <a:cubicBezTo>
                  <a:pt x="-23373" y="238606"/>
                  <a:pt x="4780" y="166332"/>
                  <a:pt x="0" y="0"/>
                </a:cubicBezTo>
                <a:close/>
              </a:path>
              <a:path w="1664026" h="1451926" stroke="0" extrusionOk="0">
                <a:moveTo>
                  <a:pt x="0" y="0"/>
                </a:moveTo>
                <a:cubicBezTo>
                  <a:pt x="143585" y="14800"/>
                  <a:pt x="385670" y="11363"/>
                  <a:pt x="538035" y="0"/>
                </a:cubicBezTo>
                <a:cubicBezTo>
                  <a:pt x="690401" y="-11363"/>
                  <a:pt x="968456" y="2373"/>
                  <a:pt x="1125991" y="0"/>
                </a:cubicBezTo>
                <a:cubicBezTo>
                  <a:pt x="1283526" y="-2373"/>
                  <a:pt x="1409968" y="-3342"/>
                  <a:pt x="1664026" y="0"/>
                </a:cubicBezTo>
                <a:cubicBezTo>
                  <a:pt x="1669880" y="192840"/>
                  <a:pt x="1684879" y="271912"/>
                  <a:pt x="1664026" y="440418"/>
                </a:cubicBezTo>
                <a:cubicBezTo>
                  <a:pt x="1643173" y="608924"/>
                  <a:pt x="1658931" y="722311"/>
                  <a:pt x="1664026" y="924393"/>
                </a:cubicBezTo>
                <a:cubicBezTo>
                  <a:pt x="1669121" y="1126475"/>
                  <a:pt x="1641723" y="1239983"/>
                  <a:pt x="1664026" y="1451926"/>
                </a:cubicBezTo>
                <a:cubicBezTo>
                  <a:pt x="1450213" y="1465186"/>
                  <a:pt x="1359689" y="1452430"/>
                  <a:pt x="1159271" y="1451926"/>
                </a:cubicBezTo>
                <a:cubicBezTo>
                  <a:pt x="958854" y="1451422"/>
                  <a:pt x="854185" y="1428638"/>
                  <a:pt x="637877" y="1451926"/>
                </a:cubicBezTo>
                <a:cubicBezTo>
                  <a:pt x="421569" y="1475214"/>
                  <a:pt x="294882" y="1443493"/>
                  <a:pt x="0" y="1451926"/>
                </a:cubicBezTo>
                <a:cubicBezTo>
                  <a:pt x="-8440" y="1204340"/>
                  <a:pt x="-22658" y="1137414"/>
                  <a:pt x="0" y="953431"/>
                </a:cubicBezTo>
                <a:cubicBezTo>
                  <a:pt x="22658" y="769449"/>
                  <a:pt x="-3155" y="607445"/>
                  <a:pt x="0" y="483975"/>
                </a:cubicBezTo>
                <a:cubicBezTo>
                  <a:pt x="3155" y="360505"/>
                  <a:pt x="22717" y="225398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4957221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</p:spTree>
    <p:extLst>
      <p:ext uri="{BB962C8B-B14F-4D97-AF65-F5344CB8AC3E}">
        <p14:creationId xmlns:p14="http://schemas.microsoft.com/office/powerpoint/2010/main" val="2337196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E294C-0DE3-4F7B-F4AE-6A3805DC3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8B4D7814-A4D0-F674-8C21-E0272F26BA67}"/>
              </a:ext>
            </a:extLst>
          </p:cNvPr>
          <p:cNvGrpSpPr/>
          <p:nvPr/>
        </p:nvGrpSpPr>
        <p:grpSpPr>
          <a:xfrm>
            <a:off x="1148254" y="1670282"/>
            <a:ext cx="3160510" cy="6858000"/>
            <a:chOff x="1148254" y="1670282"/>
            <a:chExt cx="316051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EDD4858-0F3F-F57B-67E3-BCE6DB613B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8254" y="1670282"/>
              <a:ext cx="3160510" cy="6858000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D7EC04D-C684-600B-D957-1E135B8D69FF}"/>
                </a:ext>
              </a:extLst>
            </p:cNvPr>
            <p:cNvSpPr/>
            <p:nvPr/>
          </p:nvSpPr>
          <p:spPr>
            <a:xfrm>
              <a:off x="1174750" y="8007350"/>
              <a:ext cx="3108325" cy="304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053F9931-C5A6-C2ED-1751-C91F70CD79B8}"/>
              </a:ext>
            </a:extLst>
          </p:cNvPr>
          <p:cNvSpPr/>
          <p:nvPr/>
        </p:nvSpPr>
        <p:spPr>
          <a:xfrm>
            <a:off x="4829417" y="876254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103628" y="-10687"/>
                  <a:pt x="234113" y="-6108"/>
                  <a:pt x="293949" y="0"/>
                </a:cubicBezTo>
                <a:cubicBezTo>
                  <a:pt x="281140" y="122726"/>
                  <a:pt x="294750" y="177976"/>
                  <a:pt x="293949" y="350790"/>
                </a:cubicBezTo>
                <a:cubicBezTo>
                  <a:pt x="218382" y="337422"/>
                  <a:pt x="146375" y="350126"/>
                  <a:pt x="0" y="350790"/>
                </a:cubicBezTo>
                <a:cubicBezTo>
                  <a:pt x="12517" y="234031"/>
                  <a:pt x="-7647" y="140726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77615" y="-1356"/>
                  <a:pt x="216699" y="9085"/>
                  <a:pt x="293949" y="0"/>
                </a:cubicBezTo>
                <a:cubicBezTo>
                  <a:pt x="279351" y="153339"/>
                  <a:pt x="287330" y="189299"/>
                  <a:pt x="293949" y="350790"/>
                </a:cubicBezTo>
                <a:cubicBezTo>
                  <a:pt x="216746" y="339383"/>
                  <a:pt x="138975" y="358561"/>
                  <a:pt x="0" y="350790"/>
                </a:cubicBezTo>
                <a:cubicBezTo>
                  <a:pt x="7632" y="220691"/>
                  <a:pt x="-1215" y="15166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8163696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3E732F-BBD5-2427-104C-CE7672DFD6AC}"/>
              </a:ext>
            </a:extLst>
          </p:cNvPr>
          <p:cNvSpPr/>
          <p:nvPr/>
        </p:nvSpPr>
        <p:spPr>
          <a:xfrm>
            <a:off x="4915142" y="8848272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97591" y="-6012"/>
                  <a:pt x="181720" y="-3338"/>
                  <a:pt x="293949" y="0"/>
                </a:cubicBezTo>
                <a:cubicBezTo>
                  <a:pt x="279387" y="108638"/>
                  <a:pt x="299079" y="280343"/>
                  <a:pt x="293949" y="350790"/>
                </a:cubicBezTo>
                <a:cubicBezTo>
                  <a:pt x="163984" y="348419"/>
                  <a:pt x="135182" y="353451"/>
                  <a:pt x="0" y="350790"/>
                </a:cubicBezTo>
                <a:cubicBezTo>
                  <a:pt x="-13951" y="253653"/>
                  <a:pt x="14159" y="157998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41264" y="4569"/>
                  <a:pt x="166052" y="-10293"/>
                  <a:pt x="293949" y="0"/>
                </a:cubicBezTo>
                <a:cubicBezTo>
                  <a:pt x="306887" y="81011"/>
                  <a:pt x="298748" y="206727"/>
                  <a:pt x="293949" y="350790"/>
                </a:cubicBezTo>
                <a:cubicBezTo>
                  <a:pt x="195713" y="346709"/>
                  <a:pt x="76129" y="339557"/>
                  <a:pt x="0" y="350790"/>
                </a:cubicBezTo>
                <a:cubicBezTo>
                  <a:pt x="-295" y="229700"/>
                  <a:pt x="2323" y="13980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69710524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FC03C4-6B73-00B7-CD33-A194575A24E4}"/>
              </a:ext>
            </a:extLst>
          </p:cNvPr>
          <p:cNvSpPr/>
          <p:nvPr/>
        </p:nvSpPr>
        <p:spPr>
          <a:xfrm>
            <a:off x="5000867" y="893399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64996" y="11069"/>
                  <a:pt x="182457" y="-1320"/>
                  <a:pt x="293949" y="0"/>
                </a:cubicBezTo>
                <a:cubicBezTo>
                  <a:pt x="311101" y="118370"/>
                  <a:pt x="300077" y="269380"/>
                  <a:pt x="293949" y="350790"/>
                </a:cubicBezTo>
                <a:cubicBezTo>
                  <a:pt x="208650" y="355872"/>
                  <a:pt x="72918" y="361913"/>
                  <a:pt x="0" y="350790"/>
                </a:cubicBezTo>
                <a:cubicBezTo>
                  <a:pt x="9407" y="262283"/>
                  <a:pt x="-10111" y="148643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34740" y="-11302"/>
                  <a:pt x="176962" y="-9052"/>
                  <a:pt x="293949" y="0"/>
                </a:cubicBezTo>
                <a:cubicBezTo>
                  <a:pt x="299024" y="70504"/>
                  <a:pt x="284757" y="180596"/>
                  <a:pt x="293949" y="350790"/>
                </a:cubicBezTo>
                <a:cubicBezTo>
                  <a:pt x="224439" y="336203"/>
                  <a:pt x="141415" y="358087"/>
                  <a:pt x="0" y="350790"/>
                </a:cubicBezTo>
                <a:cubicBezTo>
                  <a:pt x="-12627" y="259327"/>
                  <a:pt x="3414" y="9797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4957221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pic>
        <p:nvPicPr>
          <p:cNvPr id="9" name="Picture 2" descr="book icon">
            <a:extLst>
              <a:ext uri="{FF2B5EF4-FFF2-40B4-BE49-F238E27FC236}">
                <a16:creationId xmlns:a16="http://schemas.microsoft.com/office/drawing/2014/main" id="{95E8240C-9A7B-0F86-CE4A-2D8F237895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8" y="8262144"/>
            <a:ext cx="430099" cy="430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book icon">
            <a:extLst>
              <a:ext uri="{FF2B5EF4-FFF2-40B4-BE49-F238E27FC236}">
                <a16:creationId xmlns:a16="http://schemas.microsoft.com/office/drawing/2014/main" id="{0F41ACDE-9B72-4A16-7A58-1198237D4B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298" y="7990681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agnifying glass icon">
            <a:extLst>
              <a:ext uri="{FF2B5EF4-FFF2-40B4-BE49-F238E27FC236}">
                <a16:creationId xmlns:a16="http://schemas.microsoft.com/office/drawing/2014/main" id="{0DB0D7D3-BEA5-EE7D-279D-2F241C172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960" y="8058451"/>
            <a:ext cx="253699" cy="253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ottle icon">
            <a:extLst>
              <a:ext uri="{FF2B5EF4-FFF2-40B4-BE49-F238E27FC236}">
                <a16:creationId xmlns:a16="http://schemas.microsoft.com/office/drawing/2014/main" id="{43C582BA-EFBF-31D3-986D-24F43C66C6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3629" y="8007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wine icon">
            <a:extLst>
              <a:ext uri="{FF2B5EF4-FFF2-40B4-BE49-F238E27FC236}">
                <a16:creationId xmlns:a16="http://schemas.microsoft.com/office/drawing/2014/main" id="{857597E3-7A8E-8A9B-6EE5-A930D50F92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1" t="20354" r="48222" b="18610"/>
          <a:stretch>
            <a:fillRect/>
          </a:stretch>
        </p:blipFill>
        <p:spPr bwMode="auto">
          <a:xfrm>
            <a:off x="2203539" y="8061944"/>
            <a:ext cx="120247" cy="233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ear icon">
            <a:extLst>
              <a:ext uri="{FF2B5EF4-FFF2-40B4-BE49-F238E27FC236}">
                <a16:creationId xmlns:a16="http://schemas.microsoft.com/office/drawing/2014/main" id="{9436701E-00A5-94D6-063F-C31978D726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343" y="8069111"/>
            <a:ext cx="196208" cy="196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3027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1327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Mayo</dc:creator>
  <cp:lastModifiedBy>John Mayo</cp:lastModifiedBy>
  <cp:revision>4</cp:revision>
  <dcterms:created xsi:type="dcterms:W3CDTF">2026-01-04T20:40:11Z</dcterms:created>
  <dcterms:modified xsi:type="dcterms:W3CDTF">2026-01-09T11:10:10Z</dcterms:modified>
</cp:coreProperties>
</file>